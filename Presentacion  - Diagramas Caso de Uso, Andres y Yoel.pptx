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8" r:id="rId1"/>
  </p:sldMasterIdLst>
  <p:notesMasterIdLst>
    <p:notesMasterId r:id="rId18"/>
  </p:notesMasterIdLst>
  <p:sldIdLst>
    <p:sldId id="256" r:id="rId2"/>
    <p:sldId id="257" r:id="rId3"/>
    <p:sldId id="258" r:id="rId4"/>
    <p:sldId id="259" r:id="rId5"/>
    <p:sldId id="260" r:id="rId6"/>
    <p:sldId id="261" r:id="rId7"/>
    <p:sldId id="262" r:id="rId8"/>
    <p:sldId id="264" r:id="rId9"/>
    <p:sldId id="265" r:id="rId10"/>
    <p:sldId id="266" r:id="rId11"/>
    <p:sldId id="267" r:id="rId12"/>
    <p:sldId id="268" r:id="rId13"/>
    <p:sldId id="269" r:id="rId14"/>
    <p:sldId id="271" r:id="rId15"/>
    <p:sldId id="272" r:id="rId16"/>
    <p:sldId id="273" r:id="rId17"/>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7" d="100"/>
          <a:sy n="97" d="100"/>
        </p:scale>
        <p:origin x="606" y="84"/>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yoel ureña" userId="64a574deca103c3e" providerId="LiveId" clId="{8FD89443-2707-47FC-8AE4-E34B84117041}"/>
    <pc:docChg chg="undo custSel addSld delSld modSld modMainMaster modNotesMaster">
      <pc:chgData name="yoel ureña" userId="64a574deca103c3e" providerId="LiveId" clId="{8FD89443-2707-47FC-8AE4-E34B84117041}" dt="2021-03-13T02:31:33.631" v="812" actId="20577"/>
      <pc:docMkLst>
        <pc:docMk/>
      </pc:docMkLst>
      <pc:sldChg chg="addSp delSp modSp mod modNotes">
        <pc:chgData name="yoel ureña" userId="64a574deca103c3e" providerId="LiveId" clId="{8FD89443-2707-47FC-8AE4-E34B84117041}" dt="2021-03-13T01:28:27.330" v="772" actId="20577"/>
        <pc:sldMkLst>
          <pc:docMk/>
          <pc:sldMk cId="0" sldId="256"/>
        </pc:sldMkLst>
        <pc:spChg chg="mod">
          <ac:chgData name="yoel ureña" userId="64a574deca103c3e" providerId="LiveId" clId="{8FD89443-2707-47FC-8AE4-E34B84117041}" dt="2021-03-13T01:28:27.330" v="772" actId="20577"/>
          <ac:spMkLst>
            <pc:docMk/>
            <pc:sldMk cId="0" sldId="256"/>
            <ac:spMk id="54" creationId="{00000000-0000-0000-0000-000000000000}"/>
          </ac:spMkLst>
        </pc:spChg>
        <pc:spChg chg="mod">
          <ac:chgData name="yoel ureña" userId="64a574deca103c3e" providerId="LiveId" clId="{8FD89443-2707-47FC-8AE4-E34B84117041}" dt="2021-03-12T23:27:01.380" v="392" actId="14100"/>
          <ac:spMkLst>
            <pc:docMk/>
            <pc:sldMk cId="0" sldId="256"/>
            <ac:spMk id="55" creationId="{00000000-0000-0000-0000-000000000000}"/>
          </ac:spMkLst>
        </pc:spChg>
        <pc:picChg chg="add del mod">
          <ac:chgData name="yoel ureña" userId="64a574deca103c3e" providerId="LiveId" clId="{8FD89443-2707-47FC-8AE4-E34B84117041}" dt="2021-03-12T22:41:00.341" v="73" actId="21"/>
          <ac:picMkLst>
            <pc:docMk/>
            <pc:sldMk cId="0" sldId="256"/>
            <ac:picMk id="3" creationId="{AAD8250D-7BEA-4869-B4A1-DCA8F8861D07}"/>
          </ac:picMkLst>
        </pc:picChg>
      </pc:sldChg>
      <pc:sldChg chg="modSp mod modNotes">
        <pc:chgData name="yoel ureña" userId="64a574deca103c3e" providerId="LiveId" clId="{8FD89443-2707-47FC-8AE4-E34B84117041}" dt="2021-03-13T00:11:31.823" v="485" actId="20577"/>
        <pc:sldMkLst>
          <pc:docMk/>
          <pc:sldMk cId="0" sldId="257"/>
        </pc:sldMkLst>
        <pc:spChg chg="mod">
          <ac:chgData name="yoel ureña" userId="64a574deca103c3e" providerId="LiveId" clId="{8FD89443-2707-47FC-8AE4-E34B84117041}" dt="2021-03-12T22:44:13.458" v="126"/>
          <ac:spMkLst>
            <pc:docMk/>
            <pc:sldMk cId="0" sldId="257"/>
            <ac:spMk id="60" creationId="{00000000-0000-0000-0000-000000000000}"/>
          </ac:spMkLst>
        </pc:spChg>
        <pc:spChg chg="mod">
          <ac:chgData name="yoel ureña" userId="64a574deca103c3e" providerId="LiveId" clId="{8FD89443-2707-47FC-8AE4-E34B84117041}" dt="2021-03-13T00:11:31.823" v="485" actId="20577"/>
          <ac:spMkLst>
            <pc:docMk/>
            <pc:sldMk cId="0" sldId="257"/>
            <ac:spMk id="61" creationId="{00000000-0000-0000-0000-000000000000}"/>
          </ac:spMkLst>
        </pc:spChg>
        <pc:picChg chg="mod">
          <ac:chgData name="yoel ureña" userId="64a574deca103c3e" providerId="LiveId" clId="{8FD89443-2707-47FC-8AE4-E34B84117041}" dt="2021-03-12T23:31:50.167" v="442" actId="1076"/>
          <ac:picMkLst>
            <pc:docMk/>
            <pc:sldMk cId="0" sldId="257"/>
            <ac:picMk id="62" creationId="{00000000-0000-0000-0000-000000000000}"/>
          </ac:picMkLst>
        </pc:picChg>
      </pc:sldChg>
      <pc:sldChg chg="modSp mod modNotes">
        <pc:chgData name="yoel ureña" userId="64a574deca103c3e" providerId="LiveId" clId="{8FD89443-2707-47FC-8AE4-E34B84117041}" dt="2021-03-13T00:20:42.063" v="607" actId="1036"/>
        <pc:sldMkLst>
          <pc:docMk/>
          <pc:sldMk cId="0" sldId="258"/>
        </pc:sldMkLst>
        <pc:spChg chg="mod">
          <ac:chgData name="yoel ureña" userId="64a574deca103c3e" providerId="LiveId" clId="{8FD89443-2707-47FC-8AE4-E34B84117041}" dt="2021-03-12T22:44:13.458" v="126"/>
          <ac:spMkLst>
            <pc:docMk/>
            <pc:sldMk cId="0" sldId="258"/>
            <ac:spMk id="67" creationId="{00000000-0000-0000-0000-000000000000}"/>
          </ac:spMkLst>
        </pc:spChg>
        <pc:spChg chg="mod">
          <ac:chgData name="yoel ureña" userId="64a574deca103c3e" providerId="LiveId" clId="{8FD89443-2707-47FC-8AE4-E34B84117041}" dt="2021-03-13T00:14:45.345" v="496" actId="20577"/>
          <ac:spMkLst>
            <pc:docMk/>
            <pc:sldMk cId="0" sldId="258"/>
            <ac:spMk id="68" creationId="{00000000-0000-0000-0000-000000000000}"/>
          </ac:spMkLst>
        </pc:spChg>
        <pc:spChg chg="mod">
          <ac:chgData name="yoel ureña" userId="64a574deca103c3e" providerId="LiveId" clId="{8FD89443-2707-47FC-8AE4-E34B84117041}" dt="2021-03-13T00:15:54.327" v="540" actId="20577"/>
          <ac:spMkLst>
            <pc:docMk/>
            <pc:sldMk cId="0" sldId="258"/>
            <ac:spMk id="70" creationId="{00000000-0000-0000-0000-000000000000}"/>
          </ac:spMkLst>
        </pc:spChg>
        <pc:spChg chg="mod">
          <ac:chgData name="yoel ureña" userId="64a574deca103c3e" providerId="LiveId" clId="{8FD89443-2707-47FC-8AE4-E34B84117041}" dt="2021-03-12T23:29:11.919" v="415" actId="14100"/>
          <ac:spMkLst>
            <pc:docMk/>
            <pc:sldMk cId="0" sldId="258"/>
            <ac:spMk id="72" creationId="{00000000-0000-0000-0000-000000000000}"/>
          </ac:spMkLst>
        </pc:spChg>
        <pc:picChg chg="mod">
          <ac:chgData name="yoel ureña" userId="64a574deca103c3e" providerId="LiveId" clId="{8FD89443-2707-47FC-8AE4-E34B84117041}" dt="2021-03-12T22:49:07.321" v="183" actId="1440"/>
          <ac:picMkLst>
            <pc:docMk/>
            <pc:sldMk cId="0" sldId="258"/>
            <ac:picMk id="69" creationId="{00000000-0000-0000-0000-000000000000}"/>
          </ac:picMkLst>
        </pc:picChg>
        <pc:picChg chg="mod">
          <ac:chgData name="yoel ureña" userId="64a574deca103c3e" providerId="LiveId" clId="{8FD89443-2707-47FC-8AE4-E34B84117041}" dt="2021-03-13T00:20:42.063" v="607" actId="1036"/>
          <ac:picMkLst>
            <pc:docMk/>
            <pc:sldMk cId="0" sldId="258"/>
            <ac:picMk id="71" creationId="{00000000-0000-0000-0000-000000000000}"/>
          </ac:picMkLst>
        </pc:picChg>
        <pc:picChg chg="mod">
          <ac:chgData name="yoel ureña" userId="64a574deca103c3e" providerId="LiveId" clId="{8FD89443-2707-47FC-8AE4-E34B84117041}" dt="2021-03-12T23:29:09.104" v="414" actId="1076"/>
          <ac:picMkLst>
            <pc:docMk/>
            <pc:sldMk cId="0" sldId="258"/>
            <ac:picMk id="73" creationId="{00000000-0000-0000-0000-000000000000}"/>
          </ac:picMkLst>
        </pc:picChg>
      </pc:sldChg>
      <pc:sldChg chg="modSp mod modNotes">
        <pc:chgData name="yoel ureña" userId="64a574deca103c3e" providerId="LiveId" clId="{8FD89443-2707-47FC-8AE4-E34B84117041}" dt="2021-03-12T22:48:53.550" v="180" actId="1440"/>
        <pc:sldMkLst>
          <pc:docMk/>
          <pc:sldMk cId="0" sldId="259"/>
        </pc:sldMkLst>
        <pc:spChg chg="mod">
          <ac:chgData name="yoel ureña" userId="64a574deca103c3e" providerId="LiveId" clId="{8FD89443-2707-47FC-8AE4-E34B84117041}" dt="2021-03-12T22:44:13.458" v="126"/>
          <ac:spMkLst>
            <pc:docMk/>
            <pc:sldMk cId="0" sldId="259"/>
            <ac:spMk id="78" creationId="{00000000-0000-0000-0000-000000000000}"/>
          </ac:spMkLst>
        </pc:spChg>
        <pc:picChg chg="mod">
          <ac:chgData name="yoel ureña" userId="64a574deca103c3e" providerId="LiveId" clId="{8FD89443-2707-47FC-8AE4-E34B84117041}" dt="2021-03-12T22:48:53.550" v="180" actId="1440"/>
          <ac:picMkLst>
            <pc:docMk/>
            <pc:sldMk cId="0" sldId="259"/>
            <ac:picMk id="79" creationId="{00000000-0000-0000-0000-000000000000}"/>
          </ac:picMkLst>
        </pc:picChg>
      </pc:sldChg>
      <pc:sldChg chg="modSp mod modNotes">
        <pc:chgData name="yoel ureña" userId="64a574deca103c3e" providerId="LiveId" clId="{8FD89443-2707-47FC-8AE4-E34B84117041}" dt="2021-03-13T00:21:17.808" v="646" actId="20577"/>
        <pc:sldMkLst>
          <pc:docMk/>
          <pc:sldMk cId="0" sldId="260"/>
        </pc:sldMkLst>
        <pc:spChg chg="mod">
          <ac:chgData name="yoel ureña" userId="64a574deca103c3e" providerId="LiveId" clId="{8FD89443-2707-47FC-8AE4-E34B84117041}" dt="2021-03-12T22:44:13.458" v="126"/>
          <ac:spMkLst>
            <pc:docMk/>
            <pc:sldMk cId="0" sldId="260"/>
            <ac:spMk id="84" creationId="{00000000-0000-0000-0000-000000000000}"/>
          </ac:spMkLst>
        </pc:spChg>
        <pc:spChg chg="mod">
          <ac:chgData name="yoel ureña" userId="64a574deca103c3e" providerId="LiveId" clId="{8FD89443-2707-47FC-8AE4-E34B84117041}" dt="2021-03-13T00:21:17.808" v="646" actId="20577"/>
          <ac:spMkLst>
            <pc:docMk/>
            <pc:sldMk cId="0" sldId="260"/>
            <ac:spMk id="85" creationId="{00000000-0000-0000-0000-000000000000}"/>
          </ac:spMkLst>
        </pc:spChg>
        <pc:picChg chg="mod">
          <ac:chgData name="yoel ureña" userId="64a574deca103c3e" providerId="LiveId" clId="{8FD89443-2707-47FC-8AE4-E34B84117041}" dt="2021-03-12T23:32:08.097" v="445" actId="1076"/>
          <ac:picMkLst>
            <pc:docMk/>
            <pc:sldMk cId="0" sldId="260"/>
            <ac:picMk id="86" creationId="{00000000-0000-0000-0000-000000000000}"/>
          </ac:picMkLst>
        </pc:picChg>
      </pc:sldChg>
      <pc:sldChg chg="modSp mod modNotes">
        <pc:chgData name="yoel ureña" userId="64a574deca103c3e" providerId="LiveId" clId="{8FD89443-2707-47FC-8AE4-E34B84117041}" dt="2021-03-13T00:36:19.531" v="665" actId="20577"/>
        <pc:sldMkLst>
          <pc:docMk/>
          <pc:sldMk cId="0" sldId="261"/>
        </pc:sldMkLst>
        <pc:spChg chg="mod">
          <ac:chgData name="yoel ureña" userId="64a574deca103c3e" providerId="LiveId" clId="{8FD89443-2707-47FC-8AE4-E34B84117041}" dt="2021-03-12T23:23:03.390" v="344" actId="20577"/>
          <ac:spMkLst>
            <pc:docMk/>
            <pc:sldMk cId="0" sldId="261"/>
            <ac:spMk id="91" creationId="{00000000-0000-0000-0000-000000000000}"/>
          </ac:spMkLst>
        </pc:spChg>
        <pc:spChg chg="mod">
          <ac:chgData name="yoel ureña" userId="64a574deca103c3e" providerId="LiveId" clId="{8FD89443-2707-47FC-8AE4-E34B84117041}" dt="2021-03-13T00:36:19.531" v="665" actId="20577"/>
          <ac:spMkLst>
            <pc:docMk/>
            <pc:sldMk cId="0" sldId="261"/>
            <ac:spMk id="92" creationId="{00000000-0000-0000-0000-000000000000}"/>
          </ac:spMkLst>
        </pc:spChg>
        <pc:picChg chg="mod">
          <ac:chgData name="yoel ureña" userId="64a574deca103c3e" providerId="LiveId" clId="{8FD89443-2707-47FC-8AE4-E34B84117041}" dt="2021-03-12T23:29:34.528" v="418" actId="1076"/>
          <ac:picMkLst>
            <pc:docMk/>
            <pc:sldMk cId="0" sldId="261"/>
            <ac:picMk id="93" creationId="{00000000-0000-0000-0000-000000000000}"/>
          </ac:picMkLst>
        </pc:picChg>
      </pc:sldChg>
      <pc:sldChg chg="addSp delSp modSp mod modNotes">
        <pc:chgData name="yoel ureña" userId="64a574deca103c3e" providerId="LiveId" clId="{8FD89443-2707-47FC-8AE4-E34B84117041}" dt="2021-03-13T02:03:21.538" v="788" actId="20577"/>
        <pc:sldMkLst>
          <pc:docMk/>
          <pc:sldMk cId="0" sldId="262"/>
        </pc:sldMkLst>
        <pc:spChg chg="mod">
          <ac:chgData name="yoel ureña" userId="64a574deca103c3e" providerId="LiveId" clId="{8FD89443-2707-47FC-8AE4-E34B84117041}" dt="2021-03-13T01:09:12.274" v="706" actId="20577"/>
          <ac:spMkLst>
            <pc:docMk/>
            <pc:sldMk cId="0" sldId="262"/>
            <ac:spMk id="98" creationId="{00000000-0000-0000-0000-000000000000}"/>
          </ac:spMkLst>
        </pc:spChg>
        <pc:spChg chg="mod">
          <ac:chgData name="yoel ureña" userId="64a574deca103c3e" providerId="LiveId" clId="{8FD89443-2707-47FC-8AE4-E34B84117041}" dt="2021-03-13T02:03:21.538" v="788" actId="20577"/>
          <ac:spMkLst>
            <pc:docMk/>
            <pc:sldMk cId="0" sldId="262"/>
            <ac:spMk id="99" creationId="{00000000-0000-0000-0000-000000000000}"/>
          </ac:spMkLst>
        </pc:spChg>
        <pc:picChg chg="add mod">
          <ac:chgData name="yoel ureña" userId="64a574deca103c3e" providerId="LiveId" clId="{8FD89443-2707-47FC-8AE4-E34B84117041}" dt="2021-03-12T23:12:12.671" v="306" actId="1076"/>
          <ac:picMkLst>
            <pc:docMk/>
            <pc:sldMk cId="0" sldId="262"/>
            <ac:picMk id="5" creationId="{7363CCE0-7391-46B3-B8DA-48E7F85E0B36}"/>
          </ac:picMkLst>
        </pc:picChg>
        <pc:picChg chg="del mod">
          <ac:chgData name="yoel ureña" userId="64a574deca103c3e" providerId="LiveId" clId="{8FD89443-2707-47FC-8AE4-E34B84117041}" dt="2021-03-12T23:07:47.234" v="236" actId="478"/>
          <ac:picMkLst>
            <pc:docMk/>
            <pc:sldMk cId="0" sldId="262"/>
            <ac:picMk id="100" creationId="{00000000-0000-0000-0000-000000000000}"/>
          </ac:picMkLst>
        </pc:picChg>
      </pc:sldChg>
      <pc:sldChg chg="delSp modSp del mod modNotes">
        <pc:chgData name="yoel ureña" userId="64a574deca103c3e" providerId="LiveId" clId="{8FD89443-2707-47FC-8AE4-E34B84117041}" dt="2021-03-12T23:08:44.104" v="288" actId="2696"/>
        <pc:sldMkLst>
          <pc:docMk/>
          <pc:sldMk cId="0" sldId="263"/>
        </pc:sldMkLst>
        <pc:spChg chg="mod">
          <ac:chgData name="yoel ureña" userId="64a574deca103c3e" providerId="LiveId" clId="{8FD89443-2707-47FC-8AE4-E34B84117041}" dt="2021-03-12T22:44:13.458" v="126"/>
          <ac:spMkLst>
            <pc:docMk/>
            <pc:sldMk cId="0" sldId="263"/>
            <ac:spMk id="105" creationId="{00000000-0000-0000-0000-000000000000}"/>
          </ac:spMkLst>
        </pc:spChg>
        <pc:spChg chg="mod">
          <ac:chgData name="yoel ureña" userId="64a574deca103c3e" providerId="LiveId" clId="{8FD89443-2707-47FC-8AE4-E34B84117041}" dt="2021-03-12T23:07:53.625" v="237" actId="21"/>
          <ac:spMkLst>
            <pc:docMk/>
            <pc:sldMk cId="0" sldId="263"/>
            <ac:spMk id="106" creationId="{00000000-0000-0000-0000-000000000000}"/>
          </ac:spMkLst>
        </pc:spChg>
        <pc:picChg chg="del mod">
          <ac:chgData name="yoel ureña" userId="64a574deca103c3e" providerId="LiveId" clId="{8FD89443-2707-47FC-8AE4-E34B84117041}" dt="2021-03-12T23:08:25.694" v="283" actId="21"/>
          <ac:picMkLst>
            <pc:docMk/>
            <pc:sldMk cId="0" sldId="263"/>
            <ac:picMk id="107" creationId="{00000000-0000-0000-0000-000000000000}"/>
          </ac:picMkLst>
        </pc:picChg>
      </pc:sldChg>
      <pc:sldChg chg="modSp mod modNotes">
        <pc:chgData name="yoel ureña" userId="64a574deca103c3e" providerId="LiveId" clId="{8FD89443-2707-47FC-8AE4-E34B84117041}" dt="2021-03-13T01:09:25.931" v="707"/>
        <pc:sldMkLst>
          <pc:docMk/>
          <pc:sldMk cId="0" sldId="264"/>
        </pc:sldMkLst>
        <pc:spChg chg="mod">
          <ac:chgData name="yoel ureña" userId="64a574deca103c3e" providerId="LiveId" clId="{8FD89443-2707-47FC-8AE4-E34B84117041}" dt="2021-03-13T01:09:25.931" v="707"/>
          <ac:spMkLst>
            <pc:docMk/>
            <pc:sldMk cId="0" sldId="264"/>
            <ac:spMk id="112" creationId="{00000000-0000-0000-0000-000000000000}"/>
          </ac:spMkLst>
        </pc:spChg>
        <pc:spChg chg="mod">
          <ac:chgData name="yoel ureña" userId="64a574deca103c3e" providerId="LiveId" clId="{8FD89443-2707-47FC-8AE4-E34B84117041}" dt="2021-03-12T23:32:38.887" v="452" actId="14100"/>
          <ac:spMkLst>
            <pc:docMk/>
            <pc:sldMk cId="0" sldId="264"/>
            <ac:spMk id="113" creationId="{00000000-0000-0000-0000-000000000000}"/>
          </ac:spMkLst>
        </pc:spChg>
        <pc:picChg chg="mod">
          <ac:chgData name="yoel ureña" userId="64a574deca103c3e" providerId="LiveId" clId="{8FD89443-2707-47FC-8AE4-E34B84117041}" dt="2021-03-12T23:30:15.663" v="425" actId="1076"/>
          <ac:picMkLst>
            <pc:docMk/>
            <pc:sldMk cId="0" sldId="264"/>
            <ac:picMk id="114" creationId="{00000000-0000-0000-0000-000000000000}"/>
          </ac:picMkLst>
        </pc:picChg>
      </pc:sldChg>
      <pc:sldChg chg="modSp mod modNotes">
        <pc:chgData name="yoel ureña" userId="64a574deca103c3e" providerId="LiveId" clId="{8FD89443-2707-47FC-8AE4-E34B84117041}" dt="2021-03-12T23:31:02.327" v="435" actId="14100"/>
        <pc:sldMkLst>
          <pc:docMk/>
          <pc:sldMk cId="0" sldId="265"/>
        </pc:sldMkLst>
        <pc:spChg chg="mod">
          <ac:chgData name="yoel ureña" userId="64a574deca103c3e" providerId="LiveId" clId="{8FD89443-2707-47FC-8AE4-E34B84117041}" dt="2021-03-12T23:23:26.261" v="346" actId="20577"/>
          <ac:spMkLst>
            <pc:docMk/>
            <pc:sldMk cId="0" sldId="265"/>
            <ac:spMk id="119" creationId="{00000000-0000-0000-0000-000000000000}"/>
          </ac:spMkLst>
        </pc:spChg>
        <pc:spChg chg="mod">
          <ac:chgData name="yoel ureña" userId="64a574deca103c3e" providerId="LiveId" clId="{8FD89443-2707-47FC-8AE4-E34B84117041}" dt="2021-03-12T23:31:02.327" v="435" actId="14100"/>
          <ac:spMkLst>
            <pc:docMk/>
            <pc:sldMk cId="0" sldId="265"/>
            <ac:spMk id="120" creationId="{00000000-0000-0000-0000-000000000000}"/>
          </ac:spMkLst>
        </pc:spChg>
        <pc:picChg chg="mod">
          <ac:chgData name="yoel ureña" userId="64a574deca103c3e" providerId="LiveId" clId="{8FD89443-2707-47FC-8AE4-E34B84117041}" dt="2021-03-12T23:12:48.211" v="312" actId="1076"/>
          <ac:picMkLst>
            <pc:docMk/>
            <pc:sldMk cId="0" sldId="265"/>
            <ac:picMk id="121" creationId="{00000000-0000-0000-0000-000000000000}"/>
          </ac:picMkLst>
        </pc:picChg>
      </pc:sldChg>
      <pc:sldChg chg="modSp mod modNotes">
        <pc:chgData name="yoel ureña" userId="64a574deca103c3e" providerId="LiveId" clId="{8FD89443-2707-47FC-8AE4-E34B84117041}" dt="2021-03-12T23:32:57.380" v="455" actId="1076"/>
        <pc:sldMkLst>
          <pc:docMk/>
          <pc:sldMk cId="0" sldId="266"/>
        </pc:sldMkLst>
        <pc:spChg chg="mod">
          <ac:chgData name="yoel ureña" userId="64a574deca103c3e" providerId="LiveId" clId="{8FD89443-2707-47FC-8AE4-E34B84117041}" dt="2021-03-12T23:32:57.380" v="455" actId="1076"/>
          <ac:spMkLst>
            <pc:docMk/>
            <pc:sldMk cId="0" sldId="266"/>
            <ac:spMk id="126" creationId="{00000000-0000-0000-0000-000000000000}"/>
          </ac:spMkLst>
        </pc:spChg>
        <pc:picChg chg="mod">
          <ac:chgData name="yoel ureña" userId="64a574deca103c3e" providerId="LiveId" clId="{8FD89443-2707-47FC-8AE4-E34B84117041}" dt="2021-03-12T23:14:10.171" v="325" actId="1076"/>
          <ac:picMkLst>
            <pc:docMk/>
            <pc:sldMk cId="0" sldId="266"/>
            <ac:picMk id="127" creationId="{00000000-0000-0000-0000-000000000000}"/>
          </ac:picMkLst>
        </pc:picChg>
      </pc:sldChg>
      <pc:sldChg chg="modSp mod modNotes">
        <pc:chgData name="yoel ureña" userId="64a574deca103c3e" providerId="LiveId" clId="{8FD89443-2707-47FC-8AE4-E34B84117041}" dt="2021-03-13T02:04:03.907" v="799" actId="20577"/>
        <pc:sldMkLst>
          <pc:docMk/>
          <pc:sldMk cId="0" sldId="267"/>
        </pc:sldMkLst>
        <pc:spChg chg="mod">
          <ac:chgData name="yoel ureña" userId="64a574deca103c3e" providerId="LiveId" clId="{8FD89443-2707-47FC-8AE4-E34B84117041}" dt="2021-03-12T22:44:13.458" v="126"/>
          <ac:spMkLst>
            <pc:docMk/>
            <pc:sldMk cId="0" sldId="267"/>
            <ac:spMk id="132" creationId="{00000000-0000-0000-0000-000000000000}"/>
          </ac:spMkLst>
        </pc:spChg>
        <pc:spChg chg="mod">
          <ac:chgData name="yoel ureña" userId="64a574deca103c3e" providerId="LiveId" clId="{8FD89443-2707-47FC-8AE4-E34B84117041}" dt="2021-03-13T02:04:03.907" v="799" actId="20577"/>
          <ac:spMkLst>
            <pc:docMk/>
            <pc:sldMk cId="0" sldId="267"/>
            <ac:spMk id="133" creationId="{00000000-0000-0000-0000-000000000000}"/>
          </ac:spMkLst>
        </pc:spChg>
      </pc:sldChg>
      <pc:sldChg chg="addSp delSp modSp mod modNotes">
        <pc:chgData name="yoel ureña" userId="64a574deca103c3e" providerId="LiveId" clId="{8FD89443-2707-47FC-8AE4-E34B84117041}" dt="2021-03-12T23:30:37.707" v="432" actId="404"/>
        <pc:sldMkLst>
          <pc:docMk/>
          <pc:sldMk cId="0" sldId="268"/>
        </pc:sldMkLst>
        <pc:spChg chg="add del">
          <ac:chgData name="yoel ureña" userId="64a574deca103c3e" providerId="LiveId" clId="{8FD89443-2707-47FC-8AE4-E34B84117041}" dt="2021-03-12T23:23:47.019" v="351" actId="22"/>
          <ac:spMkLst>
            <pc:docMk/>
            <pc:sldMk cId="0" sldId="268"/>
            <ac:spMk id="5" creationId="{83D29621-03B9-46A8-BCAB-EE411328D3B2}"/>
          </ac:spMkLst>
        </pc:spChg>
        <pc:spChg chg="mod">
          <ac:chgData name="yoel ureña" userId="64a574deca103c3e" providerId="LiveId" clId="{8FD89443-2707-47FC-8AE4-E34B84117041}" dt="2021-03-12T23:24:22.870" v="356"/>
          <ac:spMkLst>
            <pc:docMk/>
            <pc:sldMk cId="0" sldId="268"/>
            <ac:spMk id="138" creationId="{00000000-0000-0000-0000-000000000000}"/>
          </ac:spMkLst>
        </pc:spChg>
        <pc:spChg chg="mod">
          <ac:chgData name="yoel ureña" userId="64a574deca103c3e" providerId="LiveId" clId="{8FD89443-2707-47FC-8AE4-E34B84117041}" dt="2021-03-12T23:30:37.707" v="432" actId="404"/>
          <ac:spMkLst>
            <pc:docMk/>
            <pc:sldMk cId="0" sldId="268"/>
            <ac:spMk id="139" creationId="{00000000-0000-0000-0000-000000000000}"/>
          </ac:spMkLst>
        </pc:spChg>
      </pc:sldChg>
      <pc:sldChg chg="modSp mod modNotes">
        <pc:chgData name="yoel ureña" userId="64a574deca103c3e" providerId="LiveId" clId="{8FD89443-2707-47FC-8AE4-E34B84117041}" dt="2021-03-13T02:31:33.631" v="812" actId="20577"/>
        <pc:sldMkLst>
          <pc:docMk/>
          <pc:sldMk cId="0" sldId="269"/>
        </pc:sldMkLst>
        <pc:spChg chg="mod">
          <ac:chgData name="yoel ureña" userId="64a574deca103c3e" providerId="LiveId" clId="{8FD89443-2707-47FC-8AE4-E34B84117041}" dt="2021-03-12T22:44:13.458" v="126"/>
          <ac:spMkLst>
            <pc:docMk/>
            <pc:sldMk cId="0" sldId="269"/>
            <ac:spMk id="144" creationId="{00000000-0000-0000-0000-000000000000}"/>
          </ac:spMkLst>
        </pc:spChg>
        <pc:spChg chg="mod">
          <ac:chgData name="yoel ureña" userId="64a574deca103c3e" providerId="LiveId" clId="{8FD89443-2707-47FC-8AE4-E34B84117041}" dt="2021-03-13T02:31:33.631" v="812" actId="20577"/>
          <ac:spMkLst>
            <pc:docMk/>
            <pc:sldMk cId="0" sldId="269"/>
            <ac:spMk id="145" creationId="{00000000-0000-0000-0000-000000000000}"/>
          </ac:spMkLst>
        </pc:spChg>
        <pc:picChg chg="mod">
          <ac:chgData name="yoel ureña" userId="64a574deca103c3e" providerId="LiveId" clId="{8FD89443-2707-47FC-8AE4-E34B84117041}" dt="2021-03-12T23:25:03.190" v="366" actId="1440"/>
          <ac:picMkLst>
            <pc:docMk/>
            <pc:sldMk cId="0" sldId="269"/>
            <ac:picMk id="146" creationId="{00000000-0000-0000-0000-000000000000}"/>
          </ac:picMkLst>
        </pc:picChg>
      </pc:sldChg>
      <pc:sldChg chg="modSp del mod modNotes">
        <pc:chgData name="yoel ureña" userId="64a574deca103c3e" providerId="LiveId" clId="{8FD89443-2707-47FC-8AE4-E34B84117041}" dt="2021-03-12T23:39:03.104" v="456" actId="2696"/>
        <pc:sldMkLst>
          <pc:docMk/>
          <pc:sldMk cId="0" sldId="270"/>
        </pc:sldMkLst>
        <pc:spChg chg="mod">
          <ac:chgData name="yoel ureña" userId="64a574deca103c3e" providerId="LiveId" clId="{8FD89443-2707-47FC-8AE4-E34B84117041}" dt="2021-03-12T23:31:20.413" v="437" actId="404"/>
          <ac:spMkLst>
            <pc:docMk/>
            <pc:sldMk cId="0" sldId="270"/>
            <ac:spMk id="151" creationId="{00000000-0000-0000-0000-000000000000}"/>
          </ac:spMkLst>
        </pc:spChg>
        <pc:picChg chg="mod modCrop">
          <ac:chgData name="yoel ureña" userId="64a574deca103c3e" providerId="LiveId" clId="{8FD89443-2707-47FC-8AE4-E34B84117041}" dt="2021-03-12T23:25:54.230" v="380" actId="1440"/>
          <ac:picMkLst>
            <pc:docMk/>
            <pc:sldMk cId="0" sldId="270"/>
            <ac:picMk id="152" creationId="{00000000-0000-0000-0000-000000000000}"/>
          </ac:picMkLst>
        </pc:picChg>
      </pc:sldChg>
      <pc:sldChg chg="modSp mod modNotes">
        <pc:chgData name="yoel ureña" userId="64a574deca103c3e" providerId="LiveId" clId="{8FD89443-2707-47FC-8AE4-E34B84117041}" dt="2021-03-13T02:05:12.243" v="806" actId="20577"/>
        <pc:sldMkLst>
          <pc:docMk/>
          <pc:sldMk cId="0" sldId="271"/>
        </pc:sldMkLst>
        <pc:spChg chg="mod">
          <ac:chgData name="yoel ureña" userId="64a574deca103c3e" providerId="LiveId" clId="{8FD89443-2707-47FC-8AE4-E34B84117041}" dt="2021-03-12T22:44:13.458" v="126"/>
          <ac:spMkLst>
            <pc:docMk/>
            <pc:sldMk cId="0" sldId="271"/>
            <ac:spMk id="157" creationId="{00000000-0000-0000-0000-000000000000}"/>
          </ac:spMkLst>
        </pc:spChg>
        <pc:spChg chg="mod">
          <ac:chgData name="yoel ureña" userId="64a574deca103c3e" providerId="LiveId" clId="{8FD89443-2707-47FC-8AE4-E34B84117041}" dt="2021-03-13T02:05:12.243" v="806" actId="20577"/>
          <ac:spMkLst>
            <pc:docMk/>
            <pc:sldMk cId="0" sldId="271"/>
            <ac:spMk id="158" creationId="{00000000-0000-0000-0000-000000000000}"/>
          </ac:spMkLst>
        </pc:spChg>
        <pc:picChg chg="mod">
          <ac:chgData name="yoel ureña" userId="64a574deca103c3e" providerId="LiveId" clId="{8FD89443-2707-47FC-8AE4-E34B84117041}" dt="2021-03-12T23:26:28.220" v="388" actId="1440"/>
          <ac:picMkLst>
            <pc:docMk/>
            <pc:sldMk cId="0" sldId="271"/>
            <ac:picMk id="159" creationId="{00000000-0000-0000-0000-000000000000}"/>
          </ac:picMkLst>
        </pc:picChg>
      </pc:sldChg>
      <pc:sldChg chg="modSp mod modNotes">
        <pc:chgData name="yoel ureña" userId="64a574deca103c3e" providerId="LiveId" clId="{8FD89443-2707-47FC-8AE4-E34B84117041}" dt="2021-03-12T23:31:39.167" v="441" actId="1076"/>
        <pc:sldMkLst>
          <pc:docMk/>
          <pc:sldMk cId="0" sldId="272"/>
        </pc:sldMkLst>
        <pc:spChg chg="mod">
          <ac:chgData name="yoel ureña" userId="64a574deca103c3e" providerId="LiveId" clId="{8FD89443-2707-47FC-8AE4-E34B84117041}" dt="2021-03-12T23:31:37.157" v="440" actId="14100"/>
          <ac:spMkLst>
            <pc:docMk/>
            <pc:sldMk cId="0" sldId="272"/>
            <ac:spMk id="164" creationId="{00000000-0000-0000-0000-000000000000}"/>
          </ac:spMkLst>
        </pc:spChg>
        <pc:picChg chg="mod">
          <ac:chgData name="yoel ureña" userId="64a574deca103c3e" providerId="LiveId" clId="{8FD89443-2707-47FC-8AE4-E34B84117041}" dt="2021-03-12T23:31:39.167" v="441" actId="1076"/>
          <ac:picMkLst>
            <pc:docMk/>
            <pc:sldMk cId="0" sldId="272"/>
            <ac:picMk id="165" creationId="{00000000-0000-0000-0000-000000000000}"/>
          </ac:picMkLst>
        </pc:picChg>
      </pc:sldChg>
      <pc:sldChg chg="addSp delSp modSp new mod modClrScheme chgLayout">
        <pc:chgData name="yoel ureña" userId="64a574deca103c3e" providerId="LiveId" clId="{8FD89443-2707-47FC-8AE4-E34B84117041}" dt="2021-03-13T01:34:16.708" v="778" actId="1440"/>
        <pc:sldMkLst>
          <pc:docMk/>
          <pc:sldMk cId="511873572" sldId="273"/>
        </pc:sldMkLst>
        <pc:spChg chg="add del mod ord">
          <ac:chgData name="yoel ureña" userId="64a574deca103c3e" providerId="LiveId" clId="{8FD89443-2707-47FC-8AE4-E34B84117041}" dt="2021-03-13T01:12:34.874" v="760" actId="1076"/>
          <ac:spMkLst>
            <pc:docMk/>
            <pc:sldMk cId="511873572" sldId="273"/>
            <ac:spMk id="2" creationId="{4331C2A8-1E62-485D-B2A8-7B65B84359D3}"/>
          </ac:spMkLst>
        </pc:spChg>
        <pc:spChg chg="add del mod ord">
          <ac:chgData name="yoel ureña" userId="64a574deca103c3e" providerId="LiveId" clId="{8FD89443-2707-47FC-8AE4-E34B84117041}" dt="2021-03-13T01:11:00.954" v="742" actId="478"/>
          <ac:spMkLst>
            <pc:docMk/>
            <pc:sldMk cId="511873572" sldId="273"/>
            <ac:spMk id="3" creationId="{34AAF7AF-8AEB-441A-A06F-E557073F7BB1}"/>
          </ac:spMkLst>
        </pc:spChg>
        <pc:spChg chg="add del mod ord">
          <ac:chgData name="yoel ureña" userId="64a574deca103c3e" providerId="LiveId" clId="{8FD89443-2707-47FC-8AE4-E34B84117041}" dt="2021-03-13T01:10:02.794" v="726" actId="700"/>
          <ac:spMkLst>
            <pc:docMk/>
            <pc:sldMk cId="511873572" sldId="273"/>
            <ac:spMk id="4" creationId="{0939F592-1609-4CCF-B033-26C3A5A4AC6A}"/>
          </ac:spMkLst>
        </pc:spChg>
        <pc:spChg chg="add del mod ord">
          <ac:chgData name="yoel ureña" userId="64a574deca103c3e" providerId="LiveId" clId="{8FD89443-2707-47FC-8AE4-E34B84117041}" dt="2021-03-13T01:10:02.794" v="726" actId="700"/>
          <ac:spMkLst>
            <pc:docMk/>
            <pc:sldMk cId="511873572" sldId="273"/>
            <ac:spMk id="5" creationId="{B048B918-6A8A-47AD-AA33-C65D8BADE79E}"/>
          </ac:spMkLst>
        </pc:spChg>
        <pc:picChg chg="add del mod">
          <ac:chgData name="yoel ureña" userId="64a574deca103c3e" providerId="LiveId" clId="{8FD89443-2707-47FC-8AE4-E34B84117041}" dt="2021-03-13T01:34:03.351" v="773" actId="478"/>
          <ac:picMkLst>
            <pc:docMk/>
            <pc:sldMk cId="511873572" sldId="273"/>
            <ac:picMk id="7" creationId="{56A17CF1-BF45-4029-A737-8D900D1D165C}"/>
          </ac:picMkLst>
        </pc:picChg>
        <pc:picChg chg="add mod">
          <ac:chgData name="yoel ureña" userId="64a574deca103c3e" providerId="LiveId" clId="{8FD89443-2707-47FC-8AE4-E34B84117041}" dt="2021-03-13T01:34:16.708" v="778" actId="1440"/>
          <ac:picMkLst>
            <pc:docMk/>
            <pc:sldMk cId="511873572" sldId="273"/>
            <ac:picMk id="9" creationId="{CA5F3508-1BF0-4FA9-8A22-6E39086B8E49}"/>
          </ac:picMkLst>
        </pc:picChg>
      </pc:sldChg>
      <pc:sldMasterChg chg="modSp modSldLayout">
        <pc:chgData name="yoel ureña" userId="64a574deca103c3e" providerId="LiveId" clId="{8FD89443-2707-47FC-8AE4-E34B84117041}" dt="2021-03-12T22:39:46.230" v="50"/>
        <pc:sldMasterMkLst>
          <pc:docMk/>
          <pc:sldMasterMk cId="1917051528" sldId="2147483660"/>
        </pc:sldMasterMkLst>
        <pc:spChg chg="mod">
          <ac:chgData name="yoel ureña" userId="64a574deca103c3e" providerId="LiveId" clId="{8FD89443-2707-47FC-8AE4-E34B84117041}" dt="2021-03-12T22:39:46.230" v="50"/>
          <ac:spMkLst>
            <pc:docMk/>
            <pc:sldMasterMk cId="1917051528" sldId="2147483660"/>
            <ac:spMk id="2" creationId="{00000000-0000-0000-0000-000000000000}"/>
          </ac:spMkLst>
        </pc:spChg>
        <pc:spChg chg="mod">
          <ac:chgData name="yoel ureña" userId="64a574deca103c3e" providerId="LiveId" clId="{8FD89443-2707-47FC-8AE4-E34B84117041}" dt="2021-03-12T22:39:46.230" v="50"/>
          <ac:spMkLst>
            <pc:docMk/>
            <pc:sldMasterMk cId="1917051528" sldId="2147483660"/>
            <ac:spMk id="3" creationId="{00000000-0000-0000-0000-000000000000}"/>
          </ac:spMkLst>
        </pc:spChg>
        <pc:spChg chg="mod">
          <ac:chgData name="yoel ureña" userId="64a574deca103c3e" providerId="LiveId" clId="{8FD89443-2707-47FC-8AE4-E34B84117041}" dt="2021-03-12T22:39:46.230" v="50"/>
          <ac:spMkLst>
            <pc:docMk/>
            <pc:sldMasterMk cId="1917051528" sldId="2147483660"/>
            <ac:spMk id="4" creationId="{00000000-0000-0000-0000-000000000000}"/>
          </ac:spMkLst>
        </pc:spChg>
        <pc:spChg chg="mod">
          <ac:chgData name="yoel ureña" userId="64a574deca103c3e" providerId="LiveId" clId="{8FD89443-2707-47FC-8AE4-E34B84117041}" dt="2021-03-12T22:39:46.230" v="50"/>
          <ac:spMkLst>
            <pc:docMk/>
            <pc:sldMasterMk cId="1917051528" sldId="2147483660"/>
            <ac:spMk id="5" creationId="{00000000-0000-0000-0000-000000000000}"/>
          </ac:spMkLst>
        </pc:spChg>
        <pc:spChg chg="mod">
          <ac:chgData name="yoel ureña" userId="64a574deca103c3e" providerId="LiveId" clId="{8FD89443-2707-47FC-8AE4-E34B84117041}" dt="2021-03-12T22:39:46.230" v="50"/>
          <ac:spMkLst>
            <pc:docMk/>
            <pc:sldMasterMk cId="1917051528" sldId="2147483660"/>
            <ac:spMk id="6" creationId="{00000000-0000-0000-0000-000000000000}"/>
          </ac:spMkLst>
        </pc:spChg>
        <pc:spChg chg="mod">
          <ac:chgData name="yoel ureña" userId="64a574deca103c3e" providerId="LiveId" clId="{8FD89443-2707-47FC-8AE4-E34B84117041}" dt="2021-03-12T22:39:46.230" v="50"/>
          <ac:spMkLst>
            <pc:docMk/>
            <pc:sldMasterMk cId="1917051528" sldId="2147483660"/>
            <ac:spMk id="22" creationId="{00000000-0000-0000-0000-000000000000}"/>
          </ac:spMkLst>
        </pc:spChg>
        <pc:spChg chg="mod">
          <ac:chgData name="yoel ureña" userId="64a574deca103c3e" providerId="LiveId" clId="{8FD89443-2707-47FC-8AE4-E34B84117041}" dt="2021-03-12T22:39:46.230" v="50"/>
          <ac:spMkLst>
            <pc:docMk/>
            <pc:sldMasterMk cId="1917051528" sldId="2147483660"/>
            <ac:spMk id="23" creationId="{00000000-0000-0000-0000-000000000000}"/>
          </ac:spMkLst>
        </pc:spChg>
        <pc:spChg chg="mod">
          <ac:chgData name="yoel ureña" userId="64a574deca103c3e" providerId="LiveId" clId="{8FD89443-2707-47FC-8AE4-E34B84117041}" dt="2021-03-12T22:39:46.230" v="50"/>
          <ac:spMkLst>
            <pc:docMk/>
            <pc:sldMasterMk cId="1917051528" sldId="2147483660"/>
            <ac:spMk id="24" creationId="{00000000-0000-0000-0000-000000000000}"/>
          </ac:spMkLst>
        </pc:spChg>
        <pc:spChg chg="mod">
          <ac:chgData name="yoel ureña" userId="64a574deca103c3e" providerId="LiveId" clId="{8FD89443-2707-47FC-8AE4-E34B84117041}" dt="2021-03-12T22:39:46.230" v="50"/>
          <ac:spMkLst>
            <pc:docMk/>
            <pc:sldMasterMk cId="1917051528" sldId="2147483660"/>
            <ac:spMk id="25" creationId="{00000000-0000-0000-0000-000000000000}"/>
          </ac:spMkLst>
        </pc:spChg>
        <pc:spChg chg="mod">
          <ac:chgData name="yoel ureña" userId="64a574deca103c3e" providerId="LiveId" clId="{8FD89443-2707-47FC-8AE4-E34B84117041}" dt="2021-03-12T22:39:46.230" v="50"/>
          <ac:spMkLst>
            <pc:docMk/>
            <pc:sldMasterMk cId="1917051528" sldId="2147483660"/>
            <ac:spMk id="26" creationId="{00000000-0000-0000-0000-000000000000}"/>
          </ac:spMkLst>
        </pc:spChg>
        <pc:spChg chg="mod">
          <ac:chgData name="yoel ureña" userId="64a574deca103c3e" providerId="LiveId" clId="{8FD89443-2707-47FC-8AE4-E34B84117041}" dt="2021-03-12T22:39:46.230" v="50"/>
          <ac:spMkLst>
            <pc:docMk/>
            <pc:sldMasterMk cId="1917051528" sldId="2147483660"/>
            <ac:spMk id="27" creationId="{00000000-0000-0000-0000-000000000000}"/>
          </ac:spMkLst>
        </pc:spChg>
        <pc:spChg chg="mod">
          <ac:chgData name="yoel ureña" userId="64a574deca103c3e" providerId="LiveId" clId="{8FD89443-2707-47FC-8AE4-E34B84117041}" dt="2021-03-12T22:39:46.230" v="50"/>
          <ac:spMkLst>
            <pc:docMk/>
            <pc:sldMasterMk cId="1917051528" sldId="2147483660"/>
            <ac:spMk id="28" creationId="{00000000-0000-0000-0000-000000000000}"/>
          </ac:spMkLst>
        </pc:spChg>
        <pc:spChg chg="mod">
          <ac:chgData name="yoel ureña" userId="64a574deca103c3e" providerId="LiveId" clId="{8FD89443-2707-47FC-8AE4-E34B84117041}" dt="2021-03-12T22:39:46.230" v="50"/>
          <ac:spMkLst>
            <pc:docMk/>
            <pc:sldMasterMk cId="1917051528" sldId="2147483660"/>
            <ac:spMk id="29" creationId="{00000000-0000-0000-0000-000000000000}"/>
          </ac:spMkLst>
        </pc:spChg>
        <pc:grpChg chg="mod">
          <ac:chgData name="yoel ureña" userId="64a574deca103c3e" providerId="LiveId" clId="{8FD89443-2707-47FC-8AE4-E34B84117041}" dt="2021-03-12T22:39:46.230" v="50"/>
          <ac:grpSpMkLst>
            <pc:docMk/>
            <pc:sldMasterMk cId="1917051528" sldId="2147483660"/>
            <ac:grpSpMk id="7" creationId="{00000000-0000-0000-0000-000000000000}"/>
          </ac:grpSpMkLst>
        </pc:grpChg>
        <pc:cxnChg chg="mod">
          <ac:chgData name="yoel ureña" userId="64a574deca103c3e" providerId="LiveId" clId="{8FD89443-2707-47FC-8AE4-E34B84117041}" dt="2021-03-12T22:39:46.230" v="50"/>
          <ac:cxnSpMkLst>
            <pc:docMk/>
            <pc:sldMasterMk cId="1917051528" sldId="2147483660"/>
            <ac:cxnSpMk id="20" creationId="{00000000-0000-0000-0000-000000000000}"/>
          </ac:cxnSpMkLst>
        </pc:cxnChg>
        <pc:cxnChg chg="mod">
          <ac:chgData name="yoel ureña" userId="64a574deca103c3e" providerId="LiveId" clId="{8FD89443-2707-47FC-8AE4-E34B84117041}" dt="2021-03-12T22:39:46.230" v="50"/>
          <ac:cxnSpMkLst>
            <pc:docMk/>
            <pc:sldMasterMk cId="1917051528" sldId="2147483660"/>
            <ac:cxnSpMk id="21" creationId="{00000000-0000-0000-0000-000000000000}"/>
          </ac:cxnSpMkLst>
        </pc:cxnChg>
        <pc:sldLayoutChg chg="modSp">
          <pc:chgData name="yoel ureña" userId="64a574deca103c3e" providerId="LiveId" clId="{8FD89443-2707-47FC-8AE4-E34B84117041}" dt="2021-03-12T22:39:46.230" v="50"/>
          <pc:sldLayoutMkLst>
            <pc:docMk/>
            <pc:sldMasterMk cId="1917051528" sldId="2147483660"/>
            <pc:sldLayoutMk cId="4062918660" sldId="2147483661"/>
          </pc:sldLayoutMkLst>
          <pc:spChg chg="mod">
            <ac:chgData name="yoel ureña" userId="64a574deca103c3e" providerId="LiveId" clId="{8FD89443-2707-47FC-8AE4-E34B84117041}" dt="2021-03-12T22:39:46.230" v="50"/>
            <ac:spMkLst>
              <pc:docMk/>
              <pc:sldMasterMk cId="1917051528" sldId="2147483660"/>
              <pc:sldLayoutMk cId="4062918660" sldId="2147483661"/>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19"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24"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26"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27"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28"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29"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30"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62918660" sldId="2147483661"/>
              <ac:spMk id="31" creationId="{00000000-0000-0000-0000-000000000000}"/>
            </ac:spMkLst>
          </pc:spChg>
          <pc:grpChg chg="mod">
            <ac:chgData name="yoel ureña" userId="64a574deca103c3e" providerId="LiveId" clId="{8FD89443-2707-47FC-8AE4-E34B84117041}" dt="2021-03-12T22:39:46.230" v="50"/>
            <ac:grpSpMkLst>
              <pc:docMk/>
              <pc:sldMasterMk cId="1917051528" sldId="2147483660"/>
              <pc:sldLayoutMk cId="4062918660" sldId="2147483661"/>
              <ac:grpSpMk id="7" creationId="{00000000-0000-0000-0000-000000000000}"/>
            </ac:grpSpMkLst>
          </pc:grpChg>
          <pc:cxnChg chg="mod">
            <ac:chgData name="yoel ureña" userId="64a574deca103c3e" providerId="LiveId" clId="{8FD89443-2707-47FC-8AE4-E34B84117041}" dt="2021-03-12T22:39:46.230" v="50"/>
            <ac:cxnSpMkLst>
              <pc:docMk/>
              <pc:sldMasterMk cId="1917051528" sldId="2147483660"/>
              <pc:sldLayoutMk cId="4062918660" sldId="2147483661"/>
              <ac:cxnSpMk id="21" creationId="{00000000-0000-0000-0000-000000000000}"/>
            </ac:cxnSpMkLst>
          </pc:cxnChg>
          <pc:cxnChg chg="mod">
            <ac:chgData name="yoel ureña" userId="64a574deca103c3e" providerId="LiveId" clId="{8FD89443-2707-47FC-8AE4-E34B84117041}" dt="2021-03-12T22:39:46.230" v="50"/>
            <ac:cxnSpMkLst>
              <pc:docMk/>
              <pc:sldMasterMk cId="1917051528" sldId="2147483660"/>
              <pc:sldLayoutMk cId="4062918660" sldId="2147483661"/>
              <ac:cxnSpMk id="32" creationId="{00000000-0000-0000-0000-000000000000}"/>
            </ac:cxnSpMkLst>
          </pc:cxnChg>
        </pc:sldLayoutChg>
        <pc:sldLayoutChg chg="modSp">
          <pc:chgData name="yoel ureña" userId="64a574deca103c3e" providerId="LiveId" clId="{8FD89443-2707-47FC-8AE4-E34B84117041}" dt="2021-03-12T22:39:46.230" v="50"/>
          <pc:sldLayoutMkLst>
            <pc:docMk/>
            <pc:sldMasterMk cId="1917051528" sldId="2147483660"/>
            <pc:sldLayoutMk cId="2878784813" sldId="2147483663"/>
          </pc:sldLayoutMkLst>
          <pc:spChg chg="mod">
            <ac:chgData name="yoel ureña" userId="64a574deca103c3e" providerId="LiveId" clId="{8FD89443-2707-47FC-8AE4-E34B84117041}" dt="2021-03-12T22:39:46.230" v="50"/>
            <ac:spMkLst>
              <pc:docMk/>
              <pc:sldMasterMk cId="1917051528" sldId="2147483660"/>
              <pc:sldLayoutMk cId="2878784813" sldId="2147483663"/>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878784813" sldId="2147483663"/>
              <ac:spMk id="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5692824" sldId="2147483664"/>
          </pc:sldLayoutMkLst>
          <pc:spChg chg="mod">
            <ac:chgData name="yoel ureña" userId="64a574deca103c3e" providerId="LiveId" clId="{8FD89443-2707-47FC-8AE4-E34B84117041}" dt="2021-03-12T22:39:46.230" v="50"/>
            <ac:spMkLst>
              <pc:docMk/>
              <pc:sldMasterMk cId="1917051528" sldId="2147483660"/>
              <pc:sldLayoutMk cId="25692824" sldId="2147483664"/>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5692824" sldId="2147483664"/>
              <ac:spMk id="4"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1217001174" sldId="2147483665"/>
          </pc:sldLayoutMkLst>
          <pc:spChg chg="mod">
            <ac:chgData name="yoel ureña" userId="64a574deca103c3e" providerId="LiveId" clId="{8FD89443-2707-47FC-8AE4-E34B84117041}" dt="2021-03-12T22:39:46.230" v="50"/>
            <ac:spMkLst>
              <pc:docMk/>
              <pc:sldMasterMk cId="1917051528" sldId="2147483660"/>
              <pc:sldLayoutMk cId="1217001174" sldId="2147483665"/>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217001174" sldId="2147483665"/>
              <ac:spMk id="4"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217001174" sldId="2147483665"/>
              <ac:spMk id="5"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217001174" sldId="2147483665"/>
              <ac:spMk id="6"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346246912" sldId="2147483666"/>
          </pc:sldLayoutMkLst>
          <pc:spChg chg="mod">
            <ac:chgData name="yoel ureña" userId="64a574deca103c3e" providerId="LiveId" clId="{8FD89443-2707-47FC-8AE4-E34B84117041}" dt="2021-03-12T22:39:46.230" v="50"/>
            <ac:spMkLst>
              <pc:docMk/>
              <pc:sldMasterMk cId="1917051528" sldId="2147483660"/>
              <pc:sldLayoutMk cId="2346246912" sldId="2147483666"/>
              <ac:spMk id="2"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1541494027" sldId="2147483668"/>
          </pc:sldLayoutMkLst>
          <pc:spChg chg="mod">
            <ac:chgData name="yoel ureña" userId="64a574deca103c3e" providerId="LiveId" clId="{8FD89443-2707-47FC-8AE4-E34B84117041}" dt="2021-03-12T22:39:46.230" v="50"/>
            <ac:spMkLst>
              <pc:docMk/>
              <pc:sldMasterMk cId="1917051528" sldId="2147483660"/>
              <pc:sldLayoutMk cId="1541494027" sldId="2147483668"/>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541494027" sldId="2147483668"/>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541494027" sldId="2147483668"/>
              <ac:spMk id="4"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949609201" sldId="2147483669"/>
          </pc:sldLayoutMkLst>
          <pc:spChg chg="mod">
            <ac:chgData name="yoel ureña" userId="64a574deca103c3e" providerId="LiveId" clId="{8FD89443-2707-47FC-8AE4-E34B84117041}" dt="2021-03-12T22:39:46.230" v="50"/>
            <ac:spMkLst>
              <pc:docMk/>
              <pc:sldMasterMk cId="1917051528" sldId="2147483660"/>
              <pc:sldLayoutMk cId="2949609201" sldId="2147483669"/>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949609201" sldId="2147483669"/>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949609201" sldId="2147483669"/>
              <ac:spMk id="4"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1584379144" sldId="2147483670"/>
          </pc:sldLayoutMkLst>
          <pc:spChg chg="mod">
            <ac:chgData name="yoel ureña" userId="64a574deca103c3e" providerId="LiveId" clId="{8FD89443-2707-47FC-8AE4-E34B84117041}" dt="2021-03-12T22:39:46.230" v="50"/>
            <ac:spMkLst>
              <pc:docMk/>
              <pc:sldMasterMk cId="1917051528" sldId="2147483660"/>
              <pc:sldLayoutMk cId="1584379144" sldId="2147483670"/>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584379144" sldId="2147483670"/>
              <ac:spMk id="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264575614" sldId="2147483671"/>
          </pc:sldLayoutMkLst>
          <pc:spChg chg="mod">
            <ac:chgData name="yoel ureña" userId="64a574deca103c3e" providerId="LiveId" clId="{8FD89443-2707-47FC-8AE4-E34B84117041}" dt="2021-03-12T22:39:46.230" v="50"/>
            <ac:spMkLst>
              <pc:docMk/>
              <pc:sldMasterMk cId="1917051528" sldId="2147483660"/>
              <pc:sldLayoutMk cId="2264575614" sldId="2147483671"/>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264575614" sldId="2147483671"/>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264575614" sldId="2147483671"/>
              <ac:spMk id="20"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264575614" sldId="2147483671"/>
              <ac:spMk id="2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264575614" sldId="2147483671"/>
              <ac:spMk id="2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319987316" sldId="2147483672"/>
          </pc:sldLayoutMkLst>
          <pc:spChg chg="mod">
            <ac:chgData name="yoel ureña" userId="64a574deca103c3e" providerId="LiveId" clId="{8FD89443-2707-47FC-8AE4-E34B84117041}" dt="2021-03-12T22:39:46.230" v="50"/>
            <ac:spMkLst>
              <pc:docMk/>
              <pc:sldMasterMk cId="1917051528" sldId="2147483660"/>
              <pc:sldLayoutMk cId="319987316" sldId="2147483672"/>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319987316" sldId="2147483672"/>
              <ac:spMk id="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407698721" sldId="2147483673"/>
          </pc:sldLayoutMkLst>
          <pc:spChg chg="mod">
            <ac:chgData name="yoel ureña" userId="64a574deca103c3e" providerId="LiveId" clId="{8FD89443-2707-47FC-8AE4-E34B84117041}" dt="2021-03-12T22:39:46.230" v="50"/>
            <ac:spMkLst>
              <pc:docMk/>
              <pc:sldMasterMk cId="1917051528" sldId="2147483660"/>
              <pc:sldLayoutMk cId="407698721" sldId="2147483673"/>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7698721" sldId="2147483673"/>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7698721" sldId="2147483673"/>
              <ac:spMk id="2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7698721" sldId="2147483673"/>
              <ac:spMk id="24"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407698721" sldId="2147483673"/>
              <ac:spMk id="25"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144047579" sldId="2147483674"/>
          </pc:sldLayoutMkLst>
          <pc:spChg chg="mod">
            <ac:chgData name="yoel ureña" userId="64a574deca103c3e" providerId="LiveId" clId="{8FD89443-2707-47FC-8AE4-E34B84117041}" dt="2021-03-12T22:39:46.230" v="50"/>
            <ac:spMkLst>
              <pc:docMk/>
              <pc:sldMasterMk cId="1917051528" sldId="2147483660"/>
              <pc:sldLayoutMk cId="2144047579" sldId="2147483674"/>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144047579" sldId="2147483674"/>
              <ac:spMk id="3"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144047579" sldId="2147483674"/>
              <ac:spMk id="2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2257287166" sldId="2147483676"/>
          </pc:sldLayoutMkLst>
          <pc:spChg chg="mod">
            <ac:chgData name="yoel ureña" userId="64a574deca103c3e" providerId="LiveId" clId="{8FD89443-2707-47FC-8AE4-E34B84117041}" dt="2021-03-12T22:39:46.230" v="50"/>
            <ac:spMkLst>
              <pc:docMk/>
              <pc:sldMasterMk cId="1917051528" sldId="2147483660"/>
              <pc:sldLayoutMk cId="2257287166" sldId="2147483676"/>
              <ac:spMk id="2"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2257287166" sldId="2147483676"/>
              <ac:spMk id="3" creationId="{00000000-0000-0000-0000-000000000000}"/>
            </ac:spMkLst>
          </pc:spChg>
        </pc:sldLayoutChg>
        <pc:sldLayoutChg chg="modSp">
          <pc:chgData name="yoel ureña" userId="64a574deca103c3e" providerId="LiveId" clId="{8FD89443-2707-47FC-8AE4-E34B84117041}" dt="2021-03-12T22:39:46.230" v="50"/>
          <pc:sldLayoutMkLst>
            <pc:docMk/>
            <pc:sldMasterMk cId="1917051528" sldId="2147483660"/>
            <pc:sldLayoutMk cId="1308409845" sldId="2147483677"/>
          </pc:sldLayoutMkLst>
          <pc:spChg chg="mod">
            <ac:chgData name="yoel ureña" userId="64a574deca103c3e" providerId="LiveId" clId="{8FD89443-2707-47FC-8AE4-E34B84117041}" dt="2021-03-12T22:39:46.230" v="50"/>
            <ac:spMkLst>
              <pc:docMk/>
              <pc:sldMasterMk cId="1917051528" sldId="2147483660"/>
              <pc:sldLayoutMk cId="1308409845" sldId="2147483677"/>
              <ac:spMk id="17"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308409845" sldId="2147483677"/>
              <ac:spMk id="18" creationId="{00000000-0000-0000-0000-000000000000}"/>
            </ac:spMkLst>
          </pc:spChg>
          <pc:spChg chg="mod">
            <ac:chgData name="yoel ureña" userId="64a574deca103c3e" providerId="LiveId" clId="{8FD89443-2707-47FC-8AE4-E34B84117041}" dt="2021-03-12T22:39:46.230" v="50"/>
            <ac:spMkLst>
              <pc:docMk/>
              <pc:sldMasterMk cId="1917051528" sldId="2147483660"/>
              <pc:sldLayoutMk cId="1308409845" sldId="2147483677"/>
              <ac:spMk id="19" creationId="{00000000-0000-0000-0000-000000000000}"/>
            </ac:spMkLst>
          </pc:spChg>
        </pc:sldLayoutChg>
      </pc:sldMasterChg>
      <pc:sldMasterChg chg="modSp modSldLayout">
        <pc:chgData name="yoel ureña" userId="64a574deca103c3e" providerId="LiveId" clId="{8FD89443-2707-47FC-8AE4-E34B84117041}" dt="2021-03-12T22:39:45.849" v="48"/>
        <pc:sldMasterMkLst>
          <pc:docMk/>
          <pc:sldMasterMk cId="343430511" sldId="2147483678"/>
        </pc:sldMasterMkLst>
        <pc:spChg chg="mod">
          <ac:chgData name="yoel ureña" userId="64a574deca103c3e" providerId="LiveId" clId="{8FD89443-2707-47FC-8AE4-E34B84117041}" dt="2021-03-12T22:39:45.849" v="48"/>
          <ac:spMkLst>
            <pc:docMk/>
            <pc:sldMasterMk cId="343430511" sldId="2147483678"/>
            <ac:spMk id="2" creationId="{00000000-0000-0000-0000-000000000000}"/>
          </ac:spMkLst>
        </pc:spChg>
        <pc:spChg chg="mod">
          <ac:chgData name="yoel ureña" userId="64a574deca103c3e" providerId="LiveId" clId="{8FD89443-2707-47FC-8AE4-E34B84117041}" dt="2021-03-12T22:39:45.849" v="48"/>
          <ac:spMkLst>
            <pc:docMk/>
            <pc:sldMasterMk cId="343430511" sldId="2147483678"/>
            <ac:spMk id="3" creationId="{00000000-0000-0000-0000-000000000000}"/>
          </ac:spMkLst>
        </pc:spChg>
        <pc:spChg chg="mod">
          <ac:chgData name="yoel ureña" userId="64a574deca103c3e" providerId="LiveId" clId="{8FD89443-2707-47FC-8AE4-E34B84117041}" dt="2021-03-12T22:39:45.849" v="48"/>
          <ac:spMkLst>
            <pc:docMk/>
            <pc:sldMasterMk cId="343430511" sldId="2147483678"/>
            <ac:spMk id="4" creationId="{00000000-0000-0000-0000-000000000000}"/>
          </ac:spMkLst>
        </pc:spChg>
        <pc:spChg chg="mod">
          <ac:chgData name="yoel ureña" userId="64a574deca103c3e" providerId="LiveId" clId="{8FD89443-2707-47FC-8AE4-E34B84117041}" dt="2021-03-12T22:39:45.849" v="48"/>
          <ac:spMkLst>
            <pc:docMk/>
            <pc:sldMasterMk cId="343430511" sldId="2147483678"/>
            <ac:spMk id="5" creationId="{00000000-0000-0000-0000-000000000000}"/>
          </ac:spMkLst>
        </pc:spChg>
        <pc:spChg chg="mod">
          <ac:chgData name="yoel ureña" userId="64a574deca103c3e" providerId="LiveId" clId="{8FD89443-2707-47FC-8AE4-E34B84117041}" dt="2021-03-12T22:39:45.849" v="48"/>
          <ac:spMkLst>
            <pc:docMk/>
            <pc:sldMasterMk cId="343430511" sldId="2147483678"/>
            <ac:spMk id="6" creationId="{00000000-0000-0000-0000-000000000000}"/>
          </ac:spMkLst>
        </pc:spChg>
        <pc:spChg chg="mod">
          <ac:chgData name="yoel ureña" userId="64a574deca103c3e" providerId="LiveId" clId="{8FD89443-2707-47FC-8AE4-E34B84117041}" dt="2021-03-12T22:39:45.849" v="48"/>
          <ac:spMkLst>
            <pc:docMk/>
            <pc:sldMasterMk cId="343430511" sldId="2147483678"/>
            <ac:spMk id="7" creationId="{00000000-0000-0000-0000-000000000000}"/>
          </ac:spMkLst>
        </pc:spChg>
        <pc:spChg chg="mod">
          <ac:chgData name="yoel ureña" userId="64a574deca103c3e" providerId="LiveId" clId="{8FD89443-2707-47FC-8AE4-E34B84117041}" dt="2021-03-12T22:39:45.849" v="48"/>
          <ac:spMkLst>
            <pc:docMk/>
            <pc:sldMasterMk cId="343430511" sldId="2147483678"/>
            <ac:spMk id="10" creationId="{00000000-0000-0000-0000-000000000000}"/>
          </ac:spMkLst>
        </pc:spChg>
        <pc:spChg chg="mod">
          <ac:chgData name="yoel ureña" userId="64a574deca103c3e" providerId="LiveId" clId="{8FD89443-2707-47FC-8AE4-E34B84117041}" dt="2021-03-12T22:39:45.849" v="48"/>
          <ac:spMkLst>
            <pc:docMk/>
            <pc:sldMasterMk cId="343430511" sldId="2147483678"/>
            <ac:spMk id="11" creationId="{00000000-0000-0000-0000-000000000000}"/>
          </ac:spMkLst>
        </pc:spChg>
        <pc:spChg chg="mod">
          <ac:chgData name="yoel ureña" userId="64a574deca103c3e" providerId="LiveId" clId="{8FD89443-2707-47FC-8AE4-E34B84117041}" dt="2021-03-12T22:39:45.849" v="48"/>
          <ac:spMkLst>
            <pc:docMk/>
            <pc:sldMasterMk cId="343430511" sldId="2147483678"/>
            <ac:spMk id="12" creationId="{00000000-0000-0000-0000-000000000000}"/>
          </ac:spMkLst>
        </pc:spChg>
        <pc:spChg chg="mod">
          <ac:chgData name="yoel ureña" userId="64a574deca103c3e" providerId="LiveId" clId="{8FD89443-2707-47FC-8AE4-E34B84117041}" dt="2021-03-12T22:39:45.849" v="48"/>
          <ac:spMkLst>
            <pc:docMk/>
            <pc:sldMasterMk cId="343430511" sldId="2147483678"/>
            <ac:spMk id="13" creationId="{00000000-0000-0000-0000-000000000000}"/>
          </ac:spMkLst>
        </pc:spChg>
        <pc:spChg chg="mod">
          <ac:chgData name="yoel ureña" userId="64a574deca103c3e" providerId="LiveId" clId="{8FD89443-2707-47FC-8AE4-E34B84117041}" dt="2021-03-12T22:39:45.849" v="48"/>
          <ac:spMkLst>
            <pc:docMk/>
            <pc:sldMasterMk cId="343430511" sldId="2147483678"/>
            <ac:spMk id="14" creationId="{00000000-0000-0000-0000-000000000000}"/>
          </ac:spMkLst>
        </pc:spChg>
        <pc:spChg chg="mod">
          <ac:chgData name="yoel ureña" userId="64a574deca103c3e" providerId="LiveId" clId="{8FD89443-2707-47FC-8AE4-E34B84117041}" dt="2021-03-12T22:39:45.849" v="48"/>
          <ac:spMkLst>
            <pc:docMk/>
            <pc:sldMasterMk cId="343430511" sldId="2147483678"/>
            <ac:spMk id="15" creationId="{00000000-0000-0000-0000-000000000000}"/>
          </ac:spMkLst>
        </pc:spChg>
        <pc:spChg chg="mod">
          <ac:chgData name="yoel ureña" userId="64a574deca103c3e" providerId="LiveId" clId="{8FD89443-2707-47FC-8AE4-E34B84117041}" dt="2021-03-12T22:39:45.849" v="48"/>
          <ac:spMkLst>
            <pc:docMk/>
            <pc:sldMasterMk cId="343430511" sldId="2147483678"/>
            <ac:spMk id="16" creationId="{00000000-0000-0000-0000-000000000000}"/>
          </ac:spMkLst>
        </pc:spChg>
        <pc:grpChg chg="mod">
          <ac:chgData name="yoel ureña" userId="64a574deca103c3e" providerId="LiveId" clId="{8FD89443-2707-47FC-8AE4-E34B84117041}" dt="2021-03-12T22:39:45.849" v="48"/>
          <ac:grpSpMkLst>
            <pc:docMk/>
            <pc:sldMasterMk cId="343430511" sldId="2147483678"/>
            <ac:grpSpMk id="17" creationId="{00000000-0000-0000-0000-000000000000}"/>
          </ac:grpSpMkLst>
        </pc:grpChg>
        <pc:cxnChg chg="mod">
          <ac:chgData name="yoel ureña" userId="64a574deca103c3e" providerId="LiveId" clId="{8FD89443-2707-47FC-8AE4-E34B84117041}" dt="2021-03-12T22:39:45.849" v="48"/>
          <ac:cxnSpMkLst>
            <pc:docMk/>
            <pc:sldMasterMk cId="343430511" sldId="2147483678"/>
            <ac:cxnSpMk id="8" creationId="{00000000-0000-0000-0000-000000000000}"/>
          </ac:cxnSpMkLst>
        </pc:cxnChg>
        <pc:cxnChg chg="mod">
          <ac:chgData name="yoel ureña" userId="64a574deca103c3e" providerId="LiveId" clId="{8FD89443-2707-47FC-8AE4-E34B84117041}" dt="2021-03-12T22:39:45.849" v="48"/>
          <ac:cxnSpMkLst>
            <pc:docMk/>
            <pc:sldMasterMk cId="343430511" sldId="2147483678"/>
            <ac:cxnSpMk id="9" creationId="{00000000-0000-0000-0000-000000000000}"/>
          </ac:cxnSpMkLst>
        </pc:cxnChg>
        <pc:sldLayoutChg chg="modSp">
          <pc:chgData name="yoel ureña" userId="64a574deca103c3e" providerId="LiveId" clId="{8FD89443-2707-47FC-8AE4-E34B84117041}" dt="2021-03-12T22:39:45.849" v="48"/>
          <pc:sldLayoutMkLst>
            <pc:docMk/>
            <pc:sldMasterMk cId="343430511" sldId="2147483678"/>
            <pc:sldLayoutMk cId="2292517113" sldId="2147483679"/>
          </pc:sldLayoutMkLst>
          <pc:spChg chg="mod">
            <ac:chgData name="yoel ureña" userId="64a574deca103c3e" providerId="LiveId" clId="{8FD89443-2707-47FC-8AE4-E34B84117041}" dt="2021-03-12T22:39:45.849" v="48"/>
            <ac:spMkLst>
              <pc:docMk/>
              <pc:sldMasterMk cId="343430511" sldId="2147483678"/>
              <pc:sldLayoutMk cId="2292517113" sldId="2147483679"/>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19"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0"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1"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4"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5"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292517113" sldId="2147483679"/>
              <ac:spMk id="28" creationId="{00000000-0000-0000-0000-000000000000}"/>
            </ac:spMkLst>
          </pc:spChg>
          <pc:grpChg chg="mod">
            <ac:chgData name="yoel ureña" userId="64a574deca103c3e" providerId="LiveId" clId="{8FD89443-2707-47FC-8AE4-E34B84117041}" dt="2021-03-12T22:39:45.849" v="48"/>
            <ac:grpSpMkLst>
              <pc:docMk/>
              <pc:sldMasterMk cId="343430511" sldId="2147483678"/>
              <pc:sldLayoutMk cId="2292517113" sldId="2147483679"/>
              <ac:grpSpMk id="7" creationId="{00000000-0000-0000-0000-000000000000}"/>
            </ac:grpSpMkLst>
          </pc:grpChg>
          <pc:cxnChg chg="mod">
            <ac:chgData name="yoel ureña" userId="64a574deca103c3e" providerId="LiveId" clId="{8FD89443-2707-47FC-8AE4-E34B84117041}" dt="2021-03-12T22:39:45.849" v="48"/>
            <ac:cxnSpMkLst>
              <pc:docMk/>
              <pc:sldMasterMk cId="343430511" sldId="2147483678"/>
              <pc:sldLayoutMk cId="2292517113" sldId="2147483679"/>
              <ac:cxnSpMk id="17" creationId="{00000000-0000-0000-0000-000000000000}"/>
            </ac:cxnSpMkLst>
          </pc:cxnChg>
          <pc:cxnChg chg="mod">
            <ac:chgData name="yoel ureña" userId="64a574deca103c3e" providerId="LiveId" clId="{8FD89443-2707-47FC-8AE4-E34B84117041}" dt="2021-03-12T22:39:45.849" v="48"/>
            <ac:cxnSpMkLst>
              <pc:docMk/>
              <pc:sldMasterMk cId="343430511" sldId="2147483678"/>
              <pc:sldLayoutMk cId="2292517113" sldId="2147483679"/>
              <ac:cxnSpMk id="18" creationId="{00000000-0000-0000-0000-000000000000}"/>
            </ac:cxnSpMkLst>
          </pc:cxnChg>
        </pc:sldLayoutChg>
        <pc:sldLayoutChg chg="modSp">
          <pc:chgData name="yoel ureña" userId="64a574deca103c3e" providerId="LiveId" clId="{8FD89443-2707-47FC-8AE4-E34B84117041}" dt="2021-03-12T22:39:45.849" v="48"/>
          <pc:sldLayoutMkLst>
            <pc:docMk/>
            <pc:sldMasterMk cId="343430511" sldId="2147483678"/>
            <pc:sldLayoutMk cId="2893230646" sldId="2147483681"/>
          </pc:sldLayoutMkLst>
          <pc:spChg chg="mod">
            <ac:chgData name="yoel ureña" userId="64a574deca103c3e" providerId="LiveId" clId="{8FD89443-2707-47FC-8AE4-E34B84117041}" dt="2021-03-12T22:39:45.849" v="48"/>
            <ac:spMkLst>
              <pc:docMk/>
              <pc:sldMasterMk cId="343430511" sldId="2147483678"/>
              <pc:sldLayoutMk cId="2893230646" sldId="2147483681"/>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893230646" sldId="2147483681"/>
              <ac:spMk id="3"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4282524840" sldId="2147483682"/>
          </pc:sldLayoutMkLst>
          <pc:spChg chg="mod">
            <ac:chgData name="yoel ureña" userId="64a574deca103c3e" providerId="LiveId" clId="{8FD89443-2707-47FC-8AE4-E34B84117041}" dt="2021-03-12T22:39:45.849" v="48"/>
            <ac:spMkLst>
              <pc:docMk/>
              <pc:sldMasterMk cId="343430511" sldId="2147483678"/>
              <pc:sldLayoutMk cId="4282524840" sldId="2147483682"/>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282524840" sldId="2147483682"/>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282524840" sldId="2147483682"/>
              <ac:spMk id="4"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999516560" sldId="2147483683"/>
          </pc:sldLayoutMkLst>
          <pc:spChg chg="mod">
            <ac:chgData name="yoel ureña" userId="64a574deca103c3e" providerId="LiveId" clId="{8FD89443-2707-47FC-8AE4-E34B84117041}" dt="2021-03-12T22:39:45.849" v="48"/>
            <ac:spMkLst>
              <pc:docMk/>
              <pc:sldMasterMk cId="343430511" sldId="2147483678"/>
              <pc:sldLayoutMk cId="999516560" sldId="2147483683"/>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999516560" sldId="2147483683"/>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999516560" sldId="2147483683"/>
              <ac:spMk id="4"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999516560" sldId="2147483683"/>
              <ac:spMk id="5"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999516560" sldId="2147483683"/>
              <ac:spMk id="6"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709887205" sldId="2147483684"/>
          </pc:sldLayoutMkLst>
          <pc:spChg chg="mod">
            <ac:chgData name="yoel ureña" userId="64a574deca103c3e" providerId="LiveId" clId="{8FD89443-2707-47FC-8AE4-E34B84117041}" dt="2021-03-12T22:39:45.849" v="48"/>
            <ac:spMkLst>
              <pc:docMk/>
              <pc:sldMasterMk cId="343430511" sldId="2147483678"/>
              <pc:sldLayoutMk cId="709887205" sldId="2147483684"/>
              <ac:spMk id="2"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2425777997" sldId="2147483686"/>
          </pc:sldLayoutMkLst>
          <pc:spChg chg="mod">
            <ac:chgData name="yoel ureña" userId="64a574deca103c3e" providerId="LiveId" clId="{8FD89443-2707-47FC-8AE4-E34B84117041}" dt="2021-03-12T22:39:45.849" v="48"/>
            <ac:spMkLst>
              <pc:docMk/>
              <pc:sldMasterMk cId="343430511" sldId="2147483678"/>
              <pc:sldLayoutMk cId="2425777997" sldId="2147483686"/>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425777997" sldId="2147483686"/>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425777997" sldId="2147483686"/>
              <ac:spMk id="4"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2137215652" sldId="2147483687"/>
          </pc:sldLayoutMkLst>
          <pc:spChg chg="mod">
            <ac:chgData name="yoel ureña" userId="64a574deca103c3e" providerId="LiveId" clId="{8FD89443-2707-47FC-8AE4-E34B84117041}" dt="2021-03-12T22:39:45.849" v="48"/>
            <ac:spMkLst>
              <pc:docMk/>
              <pc:sldMasterMk cId="343430511" sldId="2147483678"/>
              <pc:sldLayoutMk cId="2137215652" sldId="2147483687"/>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137215652" sldId="2147483687"/>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2137215652" sldId="2147483687"/>
              <ac:spMk id="4"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1939726282" sldId="2147483688"/>
          </pc:sldLayoutMkLst>
          <pc:spChg chg="mod">
            <ac:chgData name="yoel ureña" userId="64a574deca103c3e" providerId="LiveId" clId="{8FD89443-2707-47FC-8AE4-E34B84117041}" dt="2021-03-12T22:39:45.849" v="48"/>
            <ac:spMkLst>
              <pc:docMk/>
              <pc:sldMasterMk cId="343430511" sldId="2147483678"/>
              <pc:sldLayoutMk cId="1939726282" sldId="2147483688"/>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939726282" sldId="2147483688"/>
              <ac:spMk id="3"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410283045" sldId="2147483689"/>
          </pc:sldLayoutMkLst>
          <pc:spChg chg="mod">
            <ac:chgData name="yoel ureña" userId="64a574deca103c3e" providerId="LiveId" clId="{8FD89443-2707-47FC-8AE4-E34B84117041}" dt="2021-03-12T22:39:45.849" v="48"/>
            <ac:spMkLst>
              <pc:docMk/>
              <pc:sldMasterMk cId="343430511" sldId="2147483678"/>
              <pc:sldLayoutMk cId="410283045" sldId="2147483689"/>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10283045" sldId="2147483689"/>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10283045" sldId="2147483689"/>
              <ac:spMk id="2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10283045" sldId="2147483689"/>
              <ac:spMk id="24"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10283045" sldId="2147483689"/>
              <ac:spMk id="25"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1756540753" sldId="2147483690"/>
          </pc:sldLayoutMkLst>
          <pc:spChg chg="mod">
            <ac:chgData name="yoel ureña" userId="64a574deca103c3e" providerId="LiveId" clId="{8FD89443-2707-47FC-8AE4-E34B84117041}" dt="2021-03-12T22:39:45.849" v="48"/>
            <ac:spMkLst>
              <pc:docMk/>
              <pc:sldMasterMk cId="343430511" sldId="2147483678"/>
              <pc:sldLayoutMk cId="1756540753" sldId="2147483690"/>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756540753" sldId="2147483690"/>
              <ac:spMk id="3"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1376164657" sldId="2147483691"/>
          </pc:sldLayoutMkLst>
          <pc:spChg chg="mod">
            <ac:chgData name="yoel ureña" userId="64a574deca103c3e" providerId="LiveId" clId="{8FD89443-2707-47FC-8AE4-E34B84117041}" dt="2021-03-12T22:39:45.849" v="48"/>
            <ac:spMkLst>
              <pc:docMk/>
              <pc:sldMasterMk cId="343430511" sldId="2147483678"/>
              <pc:sldLayoutMk cId="1376164657" sldId="2147483691"/>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376164657" sldId="2147483691"/>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376164657" sldId="2147483691"/>
              <ac:spMk id="2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376164657" sldId="2147483691"/>
              <ac:spMk id="24"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376164657" sldId="2147483691"/>
              <ac:spMk id="25"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426680509" sldId="2147483692"/>
          </pc:sldLayoutMkLst>
          <pc:spChg chg="mod">
            <ac:chgData name="yoel ureña" userId="64a574deca103c3e" providerId="LiveId" clId="{8FD89443-2707-47FC-8AE4-E34B84117041}" dt="2021-03-12T22:39:45.849" v="48"/>
            <ac:spMkLst>
              <pc:docMk/>
              <pc:sldMasterMk cId="343430511" sldId="2147483678"/>
              <pc:sldLayoutMk cId="426680509" sldId="2147483692"/>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26680509" sldId="2147483692"/>
              <ac:spMk id="3"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426680509" sldId="2147483692"/>
              <ac:spMk id="23"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1357846416" sldId="2147483694"/>
          </pc:sldLayoutMkLst>
          <pc:spChg chg="mod">
            <ac:chgData name="yoel ureña" userId="64a574deca103c3e" providerId="LiveId" clId="{8FD89443-2707-47FC-8AE4-E34B84117041}" dt="2021-03-12T22:39:45.849" v="48"/>
            <ac:spMkLst>
              <pc:docMk/>
              <pc:sldMasterMk cId="343430511" sldId="2147483678"/>
              <pc:sldLayoutMk cId="1357846416" sldId="2147483694"/>
              <ac:spMk id="2"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1357846416" sldId="2147483694"/>
              <ac:spMk id="3" creationId="{00000000-0000-0000-0000-000000000000}"/>
            </ac:spMkLst>
          </pc:spChg>
        </pc:sldLayoutChg>
        <pc:sldLayoutChg chg="modSp">
          <pc:chgData name="yoel ureña" userId="64a574deca103c3e" providerId="LiveId" clId="{8FD89443-2707-47FC-8AE4-E34B84117041}" dt="2021-03-12T22:39:45.849" v="48"/>
          <pc:sldLayoutMkLst>
            <pc:docMk/>
            <pc:sldMasterMk cId="343430511" sldId="2147483678"/>
            <pc:sldLayoutMk cId="3297272353" sldId="2147483695"/>
          </pc:sldLayoutMkLst>
          <pc:spChg chg="mod">
            <ac:chgData name="yoel ureña" userId="64a574deca103c3e" providerId="LiveId" clId="{8FD89443-2707-47FC-8AE4-E34B84117041}" dt="2021-03-12T22:39:45.849" v="48"/>
            <ac:spMkLst>
              <pc:docMk/>
              <pc:sldMasterMk cId="343430511" sldId="2147483678"/>
              <pc:sldLayoutMk cId="3297272353" sldId="2147483695"/>
              <ac:spMk id="17"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3297272353" sldId="2147483695"/>
              <ac:spMk id="18" creationId="{00000000-0000-0000-0000-000000000000}"/>
            </ac:spMkLst>
          </pc:spChg>
          <pc:spChg chg="mod">
            <ac:chgData name="yoel ureña" userId="64a574deca103c3e" providerId="LiveId" clId="{8FD89443-2707-47FC-8AE4-E34B84117041}" dt="2021-03-12T22:39:45.849" v="48"/>
            <ac:spMkLst>
              <pc:docMk/>
              <pc:sldMasterMk cId="343430511" sldId="2147483678"/>
              <pc:sldLayoutMk cId="3297272353" sldId="2147483695"/>
              <ac:spMk id="19"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c4683f939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c4683f9395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c4683f9395_1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c4683f9395_1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gc4683f9395_1_3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6" name="Google Shape;76;gc4683f9395_1_3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gc4683f9395_1_3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2" name="Google Shape;82;gc4683f9395_1_3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c47c619bd0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9" name="Google Shape;89;gc47c619bd0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4"/>
        <p:cNvGrpSpPr/>
        <p:nvPr/>
      </p:nvGrpSpPr>
      <p:grpSpPr>
        <a:xfrm>
          <a:off x="0" y="0"/>
          <a:ext cx="0" cy="0"/>
          <a:chOff x="0" y="0"/>
          <a:chExt cx="0" cy="0"/>
        </a:xfrm>
      </p:grpSpPr>
      <p:sp>
        <p:nvSpPr>
          <p:cNvPr id="95" name="Google Shape;95;gc47c619bd0_1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6" name="Google Shape;96;gc47c619bd0_1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gc47c619bd0_1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0" name="Google Shape;110;gc47c619bd0_1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
        <p:cNvGrpSpPr/>
        <p:nvPr/>
      </p:nvGrpSpPr>
      <p:grpSpPr>
        <a:xfrm>
          <a:off x="0" y="0"/>
          <a:ext cx="0" cy="0"/>
          <a:chOff x="0" y="0"/>
          <a:chExt cx="0" cy="0"/>
        </a:xfrm>
      </p:grpSpPr>
      <p:sp>
        <p:nvSpPr>
          <p:cNvPr id="116" name="Google Shape;116;gc47c619bd0_1_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7" name="Google Shape;117;gc47c619bd0_1_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
        <p:cNvGrpSpPr/>
        <p:nvPr/>
      </p:nvGrpSpPr>
      <p:grpSpPr>
        <a:xfrm>
          <a:off x="0" y="0"/>
          <a:ext cx="0" cy="0"/>
          <a:chOff x="0" y="0"/>
          <a:chExt cx="0" cy="0"/>
        </a:xfrm>
      </p:grpSpPr>
      <p:sp>
        <p:nvSpPr>
          <p:cNvPr id="123" name="Google Shape;123;gc47c619bd0_1_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4" name="Google Shape;124;gc47c619bd0_1_2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gc47c619bd0_1_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0" name="Google Shape;130;gc47c619bd0_1_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4"/>
        <p:cNvGrpSpPr/>
        <p:nvPr/>
      </p:nvGrpSpPr>
      <p:grpSpPr>
        <a:xfrm>
          <a:off x="0" y="0"/>
          <a:ext cx="0" cy="0"/>
          <a:chOff x="0" y="0"/>
          <a:chExt cx="0" cy="0"/>
        </a:xfrm>
      </p:grpSpPr>
      <p:sp>
        <p:nvSpPr>
          <p:cNvPr id="135" name="Google Shape;135;gc47c619bd0_1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36" name="Google Shape;136;gc47c619bd0_1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gc47c619bd0_1_4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2" name="Google Shape;142;gc47c619bd0_1_4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gc47c619bd0_1_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 name="Google Shape;155;gc47c619bd0_1_5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c47c619bd0_1_5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2" name="Google Shape;162;gc47c619bd0_1_5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Diapositiva de título">
    <p:spTree>
      <p:nvGrpSpPr>
        <p:cNvPr id="1" name=""/>
        <p:cNvGrpSpPr/>
        <p:nvPr/>
      </p:nvGrpSpPr>
      <p:grpSpPr>
        <a:xfrm>
          <a:off x="0" y="0"/>
          <a:ext cx="0" cy="0"/>
          <a:chOff x="0" y="0"/>
          <a:chExt cx="0" cy="0"/>
        </a:xfrm>
      </p:grpSpPr>
      <p:grpSp>
        <p:nvGrpSpPr>
          <p:cNvPr id="8" name="Group 7"/>
          <p:cNvGrpSpPr/>
          <p:nvPr/>
        </p:nvGrpSpPr>
        <p:grpSpPr>
          <a:xfrm>
            <a:off x="0" y="-6350"/>
            <a:ext cx="9144000" cy="5149850"/>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300" y="1803400"/>
            <a:ext cx="5825202" cy="1234727"/>
          </a:xfrm>
        </p:spPr>
        <p:txBody>
          <a:bodyPr anchor="b">
            <a:noAutofit/>
          </a:bodyPr>
          <a:lstStyle>
            <a:lvl1pPr algn="r">
              <a:defRPr sz="4050">
                <a:solidFill>
                  <a:schemeClr val="accent1"/>
                </a:solidFill>
              </a:defRPr>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1130300" y="3038125"/>
            <a:ext cx="5825202" cy="822674"/>
          </a:xfrm>
        </p:spPr>
        <p:txBody>
          <a:bodyPr anchor="t"/>
          <a:lstStyle>
            <a:lvl1pPr marL="0" indent="0" algn="r">
              <a:buNone/>
              <a:defRPr>
                <a:solidFill>
                  <a:schemeClr val="tx1">
                    <a:lumMod val="50000"/>
                    <a:lumOff val="50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717728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700"/>
            </a:lvl1p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3712841015"/>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508001" y="2025651"/>
            <a:ext cx="6447501" cy="1369936"/>
          </a:xfrm>
        </p:spPr>
        <p:txBody>
          <a:bodyPr anchor="b"/>
          <a:lstStyle>
            <a:lvl1pPr algn="l">
              <a:defRPr sz="30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08001" y="3395586"/>
            <a:ext cx="6447501" cy="645300"/>
          </a:xfrm>
        </p:spPr>
        <p:txBody>
          <a:bodyPr anchor="t"/>
          <a:lstStyle>
            <a:lvl1pPr marL="0" indent="0" algn="l">
              <a:buNone/>
              <a:defRPr sz="150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3814344059"/>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508001" y="1620442"/>
            <a:ext cx="3138026" cy="2910579"/>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3817477" y="1620442"/>
            <a:ext cx="3138026" cy="2910580"/>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smtClean="0"/>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3732059682"/>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06809" y="1620737"/>
            <a:ext cx="3139217"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4" name="Content Placeholder 3"/>
          <p:cNvSpPr>
            <a:spLocks noGrp="1"/>
          </p:cNvSpPr>
          <p:nvPr>
            <p:ph sz="half" idx="2"/>
          </p:nvPr>
        </p:nvSpPr>
        <p:spPr>
          <a:xfrm>
            <a:off x="506809" y="2052934"/>
            <a:ext cx="3139217" cy="247808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3816287" y="1620737"/>
            <a:ext cx="3139214" cy="432197"/>
          </a:xfrm>
        </p:spPr>
        <p:txBody>
          <a:bodyPr anchor="b">
            <a:noAutofit/>
          </a:bodyPr>
          <a:lstStyle>
            <a:lvl1pPr marL="0" indent="0">
              <a:buNone/>
              <a:defRPr sz="1800" b="0"/>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s-ES"/>
              <a:t>Haga clic para modificar los estilos de texto del patrón</a:t>
            </a:r>
          </a:p>
        </p:txBody>
      </p:sp>
      <p:sp>
        <p:nvSpPr>
          <p:cNvPr id="6" name="Content Placeholder 5"/>
          <p:cNvSpPr>
            <a:spLocks noGrp="1"/>
          </p:cNvSpPr>
          <p:nvPr>
            <p:ph sz="quarter" idx="4"/>
          </p:nvPr>
        </p:nvSpPr>
        <p:spPr>
          <a:xfrm>
            <a:off x="3816288" y="2052934"/>
            <a:ext cx="3139213" cy="247808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4038979432"/>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990600"/>
          </a:xfrm>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331107515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846482532"/>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8001" y="1123953"/>
            <a:ext cx="2890896" cy="958850"/>
          </a:xfrm>
        </p:spPr>
        <p:txBody>
          <a:bodyPr anchor="b">
            <a:normAutofit/>
          </a:bodyPr>
          <a:lstStyle>
            <a:lvl1pPr>
              <a:defRPr sz="15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3570346" y="386193"/>
            <a:ext cx="3385156" cy="4144828"/>
          </a:xfrm>
        </p:spPr>
        <p:txBody>
          <a:bodyPr>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508001" y="2082802"/>
            <a:ext cx="2890896" cy="1938337"/>
          </a:xfrm>
        </p:spPr>
        <p:txBody>
          <a:bodyPr>
            <a:normAutofit/>
          </a:bodyPr>
          <a:lstStyle>
            <a:lvl1pPr marL="0" indent="0">
              <a:buNone/>
              <a:defRPr sz="1050"/>
            </a:lvl1pPr>
            <a:lvl2pPr marL="342797" indent="0">
              <a:buNone/>
              <a:defRPr sz="1050"/>
            </a:lvl2pPr>
            <a:lvl3pPr marL="685595" indent="0">
              <a:buNone/>
              <a:defRPr sz="900"/>
            </a:lvl3pPr>
            <a:lvl4pPr marL="1028392" indent="0">
              <a:buNone/>
              <a:defRPr sz="750"/>
            </a:lvl4pPr>
            <a:lvl5pPr marL="1371188" indent="0">
              <a:buNone/>
              <a:defRPr sz="750"/>
            </a:lvl5pPr>
            <a:lvl6pPr marL="1713986" indent="0">
              <a:buNone/>
              <a:defRPr sz="750"/>
            </a:lvl6pPr>
            <a:lvl7pPr marL="2056783" indent="0">
              <a:buNone/>
              <a:defRPr sz="750"/>
            </a:lvl7pPr>
            <a:lvl8pPr marL="2399580" indent="0">
              <a:buNone/>
              <a:defRPr sz="750"/>
            </a:lvl8pPr>
            <a:lvl9pPr marL="2742377" indent="0">
              <a:buNone/>
              <a:defRPr sz="75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42A54C80-263E-416B-A8E0-580EDEADCBDC}" type="datetimeFigureOut">
              <a:rPr lang="en-US" smtClean="0"/>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2401295833"/>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08001" y="3600450"/>
            <a:ext cx="6447500" cy="425054"/>
          </a:xfrm>
        </p:spPr>
        <p:txBody>
          <a:bodyPr anchor="b">
            <a:normAutofit/>
          </a:bodyPr>
          <a:lstStyle>
            <a:lvl1pPr algn="l">
              <a:defRPr sz="1800" b="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508001" y="457200"/>
            <a:ext cx="6447501" cy="2884289"/>
          </a:xfrm>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508001" y="4025504"/>
            <a:ext cx="6447500" cy="505518"/>
          </a:xfrm>
        </p:spPr>
        <p:txBody>
          <a:bodyPr>
            <a:normAutofit/>
          </a:bodyPr>
          <a:lstStyle>
            <a:lvl1pPr marL="0" indent="0">
              <a:buNone/>
              <a:defRPr sz="9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198697013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ítulo y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508001" y="457200"/>
            <a:ext cx="6447501" cy="2552700"/>
          </a:xfrm>
        </p:spPr>
        <p:txBody>
          <a:bodyPr anchor="ctr">
            <a:normAutofit/>
          </a:bodyPr>
          <a:lstStyle>
            <a:lvl1pPr algn="l">
              <a:defRPr sz="33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418962990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ita con descripción">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1024604" y="2724150"/>
            <a:ext cx="5418393" cy="285750"/>
          </a:xfrm>
        </p:spPr>
        <p:txBody>
          <a:bodyPr anchor="ctr">
            <a:noAutofit/>
          </a:bodyPr>
          <a:lstStyle>
            <a:lvl1pPr marL="0" indent="0">
              <a:buFontTx/>
              <a:buNone/>
              <a:defRPr sz="1200">
                <a:solidFill>
                  <a:schemeClr val="tx1">
                    <a:lumMod val="50000"/>
                    <a:lumOff val="50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508001" y="3352800"/>
            <a:ext cx="6447501" cy="1178222"/>
          </a:xfrm>
        </p:spPr>
        <p:txBody>
          <a:bodyPr anchor="ctr">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
        <p:nvSpPr>
          <p:cNvPr id="20" name="TextBox 19"/>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22" name="TextBox 21"/>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770115342"/>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508001" y="1448991"/>
            <a:ext cx="6447501" cy="1946595"/>
          </a:xfrm>
        </p:spPr>
        <p:txBody>
          <a:bodyPr anchor="b">
            <a:normAutofit/>
          </a:bodyPr>
          <a:lstStyle>
            <a:lvl1pPr algn="l">
              <a:defRPr sz="3300" b="0" cap="none"/>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75000"/>
                    <a:lumOff val="2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1669853353"/>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itar la tarjeta de nombre">
    <p:spTree>
      <p:nvGrpSpPr>
        <p:cNvPr id="1" name=""/>
        <p:cNvGrpSpPr/>
        <p:nvPr/>
      </p:nvGrpSpPr>
      <p:grpSpPr>
        <a:xfrm>
          <a:off x="0" y="0"/>
          <a:ext cx="0" cy="0"/>
          <a:chOff x="0" y="0"/>
          <a:chExt cx="0" cy="0"/>
        </a:xfrm>
      </p:grpSpPr>
      <p:sp>
        <p:nvSpPr>
          <p:cNvPr id="2" name="Title 1"/>
          <p:cNvSpPr>
            <a:spLocks noGrp="1"/>
          </p:cNvSpPr>
          <p:nvPr>
            <p:ph type="title"/>
          </p:nvPr>
        </p:nvSpPr>
        <p:spPr>
          <a:xfrm>
            <a:off x="698500" y="457200"/>
            <a:ext cx="6070601" cy="2266950"/>
          </a:xfrm>
        </p:spPr>
        <p:txBody>
          <a:bodyPr anchor="ctr">
            <a:normAutofit/>
          </a:bodyPr>
          <a:lstStyle>
            <a:lvl1pPr algn="l">
              <a:defRPr sz="33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tx1">
                    <a:lumMod val="75000"/>
                    <a:lumOff val="25000"/>
                  </a:schemeClr>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
        <p:nvSpPr>
          <p:cNvPr id="24" name="TextBox 23"/>
          <p:cNvSpPr txBox="1"/>
          <p:nvPr/>
        </p:nvSpPr>
        <p:spPr>
          <a:xfrm>
            <a:off x="406403" y="592784"/>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
        <p:nvSpPr>
          <p:cNvPr id="25" name="TextBox 24"/>
          <p:cNvSpPr txBox="1"/>
          <p:nvPr/>
        </p:nvSpPr>
        <p:spPr>
          <a:xfrm>
            <a:off x="6669758" y="2164917"/>
            <a:ext cx="457200" cy="438582"/>
          </a:xfrm>
          <a:prstGeom prst="rect">
            <a:avLst/>
          </a:prstGeom>
        </p:spPr>
        <p:txBody>
          <a:bodyPr vert="horz" lIns="68580" tIns="34290" rIns="68580" bIns="34290" rtlCol="0" anchor="ctr">
            <a:noAutofit/>
          </a:bodyPr>
          <a:lstStyle/>
          <a:p>
            <a:pPr lvl="0"/>
            <a:r>
              <a:rPr lang="en-US" sz="6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1044714200"/>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Verdadero o falso">
    <p:spTree>
      <p:nvGrpSpPr>
        <p:cNvPr id="1" name=""/>
        <p:cNvGrpSpPr/>
        <p:nvPr/>
      </p:nvGrpSpPr>
      <p:grpSpPr>
        <a:xfrm>
          <a:off x="0" y="0"/>
          <a:ext cx="0" cy="0"/>
          <a:chOff x="0" y="0"/>
          <a:chExt cx="0" cy="0"/>
        </a:xfrm>
      </p:grpSpPr>
      <p:sp>
        <p:nvSpPr>
          <p:cNvPr id="2" name="Title 1"/>
          <p:cNvSpPr>
            <a:spLocks noGrp="1"/>
          </p:cNvSpPr>
          <p:nvPr>
            <p:ph type="title"/>
          </p:nvPr>
        </p:nvSpPr>
        <p:spPr>
          <a:xfrm>
            <a:off x="514350" y="457200"/>
            <a:ext cx="6441152" cy="2266950"/>
          </a:xfrm>
        </p:spPr>
        <p:txBody>
          <a:bodyPr anchor="ctr">
            <a:normAutofit/>
          </a:bodyPr>
          <a:lstStyle>
            <a:lvl1pPr algn="l">
              <a:defRPr sz="3300" b="0" cap="none"/>
            </a:lvl1pPr>
          </a:lstStyle>
          <a:p>
            <a:r>
              <a:rPr lang="es-ES"/>
              <a:t>Haga clic para modificar el estilo de título del patrón</a:t>
            </a:r>
            <a:endParaRPr lang="en-US" dirty="0"/>
          </a:p>
        </p:txBody>
      </p:sp>
      <p:sp>
        <p:nvSpPr>
          <p:cNvPr id="23" name="Text Placeholder 9"/>
          <p:cNvSpPr>
            <a:spLocks noGrp="1"/>
          </p:cNvSpPr>
          <p:nvPr>
            <p:ph type="body" sz="quarter" idx="13"/>
          </p:nvPr>
        </p:nvSpPr>
        <p:spPr>
          <a:xfrm>
            <a:off x="507999" y="3009900"/>
            <a:ext cx="6447502" cy="385686"/>
          </a:xfrm>
        </p:spPr>
        <p:txBody>
          <a:bodyPr anchor="b">
            <a:noAutofit/>
          </a:bodyPr>
          <a:lstStyle>
            <a:lvl1pPr marL="0" indent="0">
              <a:buFontTx/>
              <a:buNone/>
              <a:defRPr sz="1800">
                <a:solidFill>
                  <a:schemeClr val="accent1"/>
                </a:solidFill>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s-ES"/>
              <a:t>Haga clic para modificar los estilos de texto del patrón</a:t>
            </a:r>
          </a:p>
        </p:txBody>
      </p:sp>
      <p:sp>
        <p:nvSpPr>
          <p:cNvPr id="3" name="Text Placeholder 2"/>
          <p:cNvSpPr>
            <a:spLocks noGrp="1"/>
          </p:cNvSpPr>
          <p:nvPr>
            <p:ph type="body" idx="1"/>
          </p:nvPr>
        </p:nvSpPr>
        <p:spPr>
          <a:xfrm>
            <a:off x="508001" y="3395586"/>
            <a:ext cx="6447501" cy="1135436"/>
          </a:xfrm>
        </p:spPr>
        <p:txBody>
          <a:bodyPr anchor="t">
            <a:normAutofit/>
          </a:bodyPr>
          <a:lstStyle>
            <a:lvl1pPr marL="0" indent="0" algn="l">
              <a:buNone/>
              <a:defRPr sz="1350">
                <a:solidFill>
                  <a:schemeClr val="tx1">
                    <a:lumMod val="50000"/>
                    <a:lumOff val="50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3422458225"/>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smtClean="0"/>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2135346230"/>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5755" y="457200"/>
            <a:ext cx="978557" cy="3938588"/>
          </a:xfrm>
        </p:spPr>
        <p:txBody>
          <a:bodyPr vert="eaVert" anchor="ct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508001" y="457200"/>
            <a:ext cx="5295113" cy="393858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00000000-1234-1234-1234-123412341234}" type="slidenum">
              <a:rPr lang="es-CR" smtClean="0"/>
              <a:pPr/>
              <a:t>‹Nº›</a:t>
            </a:fld>
            <a:endParaRPr lang="es-CR"/>
          </a:p>
        </p:txBody>
      </p:sp>
    </p:spTree>
    <p:extLst>
      <p:ext uri="{BB962C8B-B14F-4D97-AF65-F5344CB8AC3E}">
        <p14:creationId xmlns:p14="http://schemas.microsoft.com/office/powerpoint/2010/main" val="639392311"/>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9"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s-CR" smtClean="0"/>
              <a:pPr/>
              <a:t>‹Nº›</a:t>
            </a:fld>
            <a:endParaRPr lang="es-CR"/>
          </a:p>
        </p:txBody>
      </p:sp>
    </p:spTree>
    <p:extLst>
      <p:ext uri="{BB962C8B-B14F-4D97-AF65-F5344CB8AC3E}">
        <p14:creationId xmlns:p14="http://schemas.microsoft.com/office/powerpoint/2010/main" val="34884922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grpSp>
        <p:nvGrpSpPr>
          <p:cNvPr id="8" name="Group 7"/>
          <p:cNvGrpSpPr/>
          <p:nvPr/>
        </p:nvGrpSpPr>
        <p:grpSpPr>
          <a:xfrm>
            <a:off x="0" y="-6350"/>
            <a:ext cx="9144000" cy="5149850"/>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lumOff val="1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508001" y="457200"/>
            <a:ext cx="6447501" cy="990600"/>
          </a:xfrm>
          <a:prstGeom prst="rect">
            <a:avLst/>
          </a:prstGeom>
        </p:spPr>
        <p:txBody>
          <a:bodyPr vert="horz" lIns="91440" tIns="45720" rIns="91440" bIns="45720" rtlCol="0" anchor="t">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508001" y="1620442"/>
            <a:ext cx="6447501" cy="2910580"/>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5403850" y="4531022"/>
            <a:ext cx="683954" cy="273844"/>
          </a:xfrm>
          <a:prstGeom prst="rect">
            <a:avLst/>
          </a:prstGeom>
        </p:spPr>
        <p:txBody>
          <a:bodyPr vert="horz" lIns="91440" tIns="45720" rIns="91440" bIns="45720" rtlCol="0" anchor="ctr"/>
          <a:lstStyle>
            <a:lvl1pPr algn="r">
              <a:defRPr sz="675">
                <a:solidFill>
                  <a:schemeClr val="tx1">
                    <a:tint val="75000"/>
                  </a:schemeClr>
                </a:solidFill>
              </a:defRPr>
            </a:lvl1pPr>
          </a:lstStyle>
          <a:p>
            <a:fld id="{B61BEF0D-F0BB-DE4B-95CE-6DB70DBA9567}" type="datetimeFigureOut">
              <a:rPr lang="en-US" smtClean="0"/>
              <a:pPr/>
              <a:t>3/12/2021</a:t>
            </a:fld>
            <a:endParaRPr lang="en-US" dirty="0"/>
          </a:p>
        </p:txBody>
      </p:sp>
      <p:sp>
        <p:nvSpPr>
          <p:cNvPr id="5" name="Footer Placeholder 4"/>
          <p:cNvSpPr>
            <a:spLocks noGrp="1"/>
          </p:cNvSpPr>
          <p:nvPr>
            <p:ph type="ftr" sz="quarter" idx="3"/>
          </p:nvPr>
        </p:nvSpPr>
        <p:spPr>
          <a:xfrm>
            <a:off x="508001" y="4531022"/>
            <a:ext cx="4723209" cy="273844"/>
          </a:xfrm>
          <a:prstGeom prst="rect">
            <a:avLst/>
          </a:prstGeom>
        </p:spPr>
        <p:txBody>
          <a:bodyPr vert="horz" lIns="91440" tIns="45720" rIns="91440" bIns="45720" rtlCol="0" anchor="ctr"/>
          <a:lstStyle>
            <a:lvl1pPr algn="l">
              <a:defRPr sz="675">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2998" y="4531022"/>
            <a:ext cx="512504" cy="273844"/>
          </a:xfrm>
          <a:prstGeom prst="rect">
            <a:avLst/>
          </a:prstGeom>
        </p:spPr>
        <p:txBody>
          <a:bodyPr vert="horz" lIns="91440" tIns="45720" rIns="91440" bIns="45720" rtlCol="0" anchor="ctr"/>
          <a:lstStyle>
            <a:lvl1pPr algn="r">
              <a:defRPr sz="675">
                <a:solidFill>
                  <a:schemeClr val="accent1"/>
                </a:solidFill>
              </a:defRPr>
            </a:lvl1pPr>
          </a:lstStyle>
          <a:p>
            <a:fld id="{00000000-1234-1234-1234-123412341234}" type="slidenum">
              <a:rPr lang="es-CR" smtClean="0"/>
              <a:pPr/>
              <a:t>‹Nº›</a:t>
            </a:fld>
            <a:endParaRPr lang="es-CR"/>
          </a:p>
        </p:txBody>
      </p:sp>
    </p:spTree>
    <p:extLst>
      <p:ext uri="{BB962C8B-B14F-4D97-AF65-F5344CB8AC3E}">
        <p14:creationId xmlns:p14="http://schemas.microsoft.com/office/powerpoint/2010/main" val="1025202566"/>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hf sldNum="0" hdr="0" ftr="0" dt="0"/>
  <p:txStyles>
    <p:titleStyle>
      <a:lvl1pPr algn="l" defTabSz="342900" rtl="0" eaLnBrk="1" latinLnBrk="0" hangingPunct="1">
        <a:spcBef>
          <a:spcPct val="0"/>
        </a:spcBef>
        <a:buNone/>
        <a:defRPr sz="27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57175" indent="-257175" algn="l" defTabSz="342900" rtl="0" eaLnBrk="1" latinLnBrk="0" hangingPunct="1">
        <a:spcBef>
          <a:spcPts val="750"/>
        </a:spcBef>
        <a:spcAft>
          <a:spcPts val="0"/>
        </a:spcAft>
        <a:buClr>
          <a:schemeClr val="accent1"/>
        </a:buClr>
        <a:buSzPct val="80000"/>
        <a:buFont typeface="Wingdings 3" charset="2"/>
        <a:buChar char=""/>
        <a:defRPr sz="1350" kern="1200">
          <a:solidFill>
            <a:schemeClr val="tx1">
              <a:lumMod val="75000"/>
              <a:lumOff val="25000"/>
            </a:schemeClr>
          </a:solidFill>
          <a:latin typeface="+mn-lt"/>
          <a:ea typeface="+mn-ea"/>
          <a:cs typeface="+mn-cs"/>
        </a:defRPr>
      </a:lvl1pPr>
      <a:lvl2pPr marL="557213" indent="-214313" algn="l" defTabSz="342900" rtl="0" eaLnBrk="1" latinLnBrk="0" hangingPunct="1">
        <a:spcBef>
          <a:spcPts val="75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2pPr>
      <a:lvl3pPr marL="857250" indent="-171450" algn="l" defTabSz="342900" rtl="0" eaLnBrk="1" latinLnBrk="0" hangingPunct="1">
        <a:spcBef>
          <a:spcPts val="750"/>
        </a:spcBef>
        <a:spcAft>
          <a:spcPts val="0"/>
        </a:spcAft>
        <a:buClr>
          <a:schemeClr val="accent1"/>
        </a:buClr>
        <a:buSzPct val="80000"/>
        <a:buFont typeface="Wingdings 3" charset="2"/>
        <a:buChar char=""/>
        <a:defRPr sz="1050" kern="1200">
          <a:solidFill>
            <a:schemeClr val="tx1">
              <a:lumMod val="75000"/>
              <a:lumOff val="25000"/>
            </a:schemeClr>
          </a:solidFill>
          <a:latin typeface="+mn-lt"/>
          <a:ea typeface="+mn-ea"/>
          <a:cs typeface="+mn-cs"/>
        </a:defRPr>
      </a:lvl3pPr>
      <a:lvl4pPr marL="12001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4pPr>
      <a:lvl5pPr marL="15430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5pPr>
      <a:lvl6pPr marL="18859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6pPr>
      <a:lvl7pPr marL="22288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7pPr>
      <a:lvl8pPr marL="25717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8pPr>
      <a:lvl9pPr marL="2914650" indent="-171450" algn="l" defTabSz="342900" rtl="0" eaLnBrk="1" latinLnBrk="0" hangingPunct="1">
        <a:spcBef>
          <a:spcPts val="750"/>
        </a:spcBef>
        <a:spcAft>
          <a:spcPts val="0"/>
        </a:spcAft>
        <a:buClr>
          <a:schemeClr val="accent1"/>
        </a:buClr>
        <a:buSzPct val="80000"/>
        <a:buFont typeface="Wingdings 3" charset="2"/>
        <a:buChar char=""/>
        <a:defRPr sz="900" kern="1200">
          <a:solidFill>
            <a:schemeClr val="tx1">
              <a:lumMod val="75000"/>
              <a:lumOff val="25000"/>
            </a:schemeClr>
          </a:solidFill>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7.xml"/><Relationship Id="rId5" Type="http://schemas.openxmlformats.org/officeDocument/2006/relationships/image" Target="../media/image4.pn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7.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17.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0.xml"/><Relationship Id="rId1" Type="http://schemas.openxmlformats.org/officeDocument/2006/relationships/slideLayout" Target="../slideLayouts/slideLayout1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7.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1452921" y="1602494"/>
            <a:ext cx="5825203" cy="1234727"/>
          </a:xfrm>
          <a:prstGeom prst="rect">
            <a:avLst/>
          </a:prstGeom>
        </p:spPr>
        <p:txBody>
          <a:bodyPr spcFirstLastPara="1" vert="horz" wrap="square" lIns="91425" tIns="91425" rIns="91425" bIns="91425" rtlCol="0" anchor="b" anchorCtr="0">
            <a:normAutofit fontScale="90000"/>
          </a:bodyPr>
          <a:lstStyle/>
          <a:p>
            <a:pPr algn="ctr">
              <a:spcBef>
                <a:spcPts val="0"/>
              </a:spcBef>
            </a:pPr>
            <a:r>
              <a:rPr lang="es-CR" dirty="0"/>
              <a:t>Capítulo 18: Diagramas de Casos de uso</a:t>
            </a:r>
            <a:endParaRPr dirty="0"/>
          </a:p>
        </p:txBody>
      </p:sp>
      <p:sp>
        <p:nvSpPr>
          <p:cNvPr id="55" name="Google Shape;55;p13"/>
          <p:cNvSpPr txBox="1">
            <a:spLocks noGrp="1"/>
          </p:cNvSpPr>
          <p:nvPr>
            <p:ph type="subTitle" idx="1"/>
          </p:nvPr>
        </p:nvSpPr>
        <p:spPr>
          <a:xfrm>
            <a:off x="2753033" y="3038126"/>
            <a:ext cx="3224980" cy="822674"/>
          </a:xfrm>
          <a:prstGeom prst="rect">
            <a:avLst/>
          </a:prstGeom>
        </p:spPr>
        <p:txBody>
          <a:bodyPr spcFirstLastPara="1" vert="horz" wrap="square" lIns="91425" tIns="91425" rIns="91425" bIns="91425" rtlCol="0" anchor="t" anchorCtr="0">
            <a:noAutofit/>
          </a:bodyPr>
          <a:lstStyle/>
          <a:p>
            <a:pPr algn="ctr">
              <a:lnSpc>
                <a:spcPct val="107000"/>
              </a:lnSpc>
              <a:spcAft>
                <a:spcPts val="800"/>
              </a:spcAft>
            </a:pPr>
            <a:r>
              <a:rPr lang="es-CR" sz="1400" dirty="0">
                <a:solidFill>
                  <a:schemeClr val="tx1"/>
                </a:solidFill>
                <a:latin typeface="Calibri" panose="020F0502020204030204" pitchFamily="34" charset="0"/>
                <a:ea typeface="Calibri" panose="020F0502020204030204" pitchFamily="34" charset="0"/>
                <a:cs typeface="Times New Roman" panose="02020603050405020304" pitchFamily="18" charset="0"/>
              </a:rPr>
              <a:t>Andrés Villegas Calderón (20180112521)</a:t>
            </a:r>
          </a:p>
          <a:p>
            <a:pPr algn="ctr">
              <a:lnSpc>
                <a:spcPct val="107000"/>
              </a:lnSpc>
              <a:spcAft>
                <a:spcPts val="800"/>
              </a:spcAft>
            </a:pPr>
            <a:r>
              <a:rPr lang="es-CR" sz="1400" dirty="0">
                <a:solidFill>
                  <a:schemeClr val="tx1"/>
                </a:solidFill>
                <a:latin typeface="Calibri" panose="020F0502020204030204" pitchFamily="34" charset="0"/>
                <a:ea typeface="Calibri" panose="020F0502020204030204" pitchFamily="34" charset="0"/>
                <a:cs typeface="Times New Roman" panose="02020603050405020304" pitchFamily="18" charset="0"/>
              </a:rPr>
              <a:t>Yoel Ureña Prado (20180120259)</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dirty="0"/>
              <a:t>Diagrama casos de uso</a:t>
            </a:r>
            <a:endParaRPr dirty="0"/>
          </a:p>
        </p:txBody>
      </p:sp>
      <p:sp>
        <p:nvSpPr>
          <p:cNvPr id="61" name="Google Shape;61;p14"/>
          <p:cNvSpPr txBox="1">
            <a:spLocks noGrp="1"/>
          </p:cNvSpPr>
          <p:nvPr>
            <p:ph type="body" idx="1"/>
          </p:nvPr>
        </p:nvSpPr>
        <p:spPr>
          <a:xfrm>
            <a:off x="747252" y="1404176"/>
            <a:ext cx="3480619" cy="2902353"/>
          </a:xfrm>
          <a:prstGeom prst="rect">
            <a:avLst/>
          </a:prstGeom>
        </p:spPr>
        <p:txBody>
          <a:bodyPr spcFirstLastPara="1" vert="horz" wrap="square" lIns="91425" tIns="91425" rIns="91425" bIns="91425" rtlCol="0" anchor="t" anchorCtr="0">
            <a:normAutofit/>
          </a:bodyPr>
          <a:lstStyle/>
          <a:p>
            <a:pPr marL="285750" indent="-285750">
              <a:spcBef>
                <a:spcPts val="1200"/>
              </a:spcBef>
              <a:buSzPts val="1100"/>
              <a:buFont typeface="Trebuchet MS" panose="020B0603020202020204" pitchFamily="34" charset="0"/>
              <a:buChar char="●"/>
            </a:pPr>
            <a:r>
              <a:rPr lang="es" sz="1200" dirty="0"/>
              <a:t>Son un de los tipos de diagramas para modelar sistemas de software de UML</a:t>
            </a:r>
          </a:p>
          <a:p>
            <a:pPr marL="285750" indent="-285750">
              <a:spcBef>
                <a:spcPts val="1200"/>
              </a:spcBef>
              <a:buSzPts val="1100"/>
              <a:buFont typeface="Trebuchet MS" panose="020B0603020202020204" pitchFamily="34" charset="0"/>
              <a:buChar char="●"/>
            </a:pPr>
            <a:r>
              <a:rPr lang="es" sz="1200" dirty="0"/>
              <a:t>Usados para la hacer una representación visual de procesos dentro de un sistema</a:t>
            </a:r>
          </a:p>
          <a:p>
            <a:pPr marL="285750" indent="-285750">
              <a:spcBef>
                <a:spcPts val="1200"/>
              </a:spcBef>
              <a:buSzPts val="1100"/>
              <a:buFont typeface="Trebuchet MS" panose="020B0603020202020204" pitchFamily="34" charset="0"/>
              <a:buChar char="●"/>
            </a:pPr>
            <a:r>
              <a:rPr lang="es" sz="1200" dirty="0"/>
              <a:t>Muestra de manera gráfica cómo se comunica el sistema, quienes se comunican, cuál casos de uso que se ejecutan y cómo se relacionan los actores con los casos de uso.</a:t>
            </a:r>
            <a:endParaRPr sz="1200" dirty="0"/>
          </a:p>
          <a:p>
            <a:pPr marL="0" indent="0">
              <a:spcBef>
                <a:spcPts val="1200"/>
              </a:spcBef>
              <a:spcAft>
                <a:spcPts val="1200"/>
              </a:spcAft>
              <a:buNone/>
            </a:pPr>
            <a:endParaRPr dirty="0"/>
          </a:p>
        </p:txBody>
      </p:sp>
      <p:pic>
        <p:nvPicPr>
          <p:cNvPr id="62" name="Google Shape;62;p14"/>
          <p:cNvPicPr preferRelativeResize="0"/>
          <p:nvPr/>
        </p:nvPicPr>
        <p:blipFill>
          <a:blip r:embed="rId3">
            <a:alphaModFix/>
          </a:blip>
          <a:stretch>
            <a:fillRect/>
          </a:stretch>
        </p:blipFill>
        <p:spPr>
          <a:xfrm>
            <a:off x="4227871" y="1675177"/>
            <a:ext cx="2948100" cy="2144743"/>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dirty="0"/>
              <a:t>Componentes:</a:t>
            </a:r>
            <a:endParaRPr dirty="0"/>
          </a:p>
        </p:txBody>
      </p:sp>
      <p:sp>
        <p:nvSpPr>
          <p:cNvPr id="68" name="Google Shape;68;p15"/>
          <p:cNvSpPr txBox="1">
            <a:spLocks noGrp="1"/>
          </p:cNvSpPr>
          <p:nvPr>
            <p:ph type="body" idx="1"/>
          </p:nvPr>
        </p:nvSpPr>
        <p:spPr>
          <a:xfrm>
            <a:off x="55296" y="1079171"/>
            <a:ext cx="2825202" cy="2243100"/>
          </a:xfrm>
          <a:prstGeom prst="rect">
            <a:avLst/>
          </a:prstGeom>
        </p:spPr>
        <p:txBody>
          <a:bodyPr spcFirstLastPara="1" vert="horz" wrap="square" lIns="91425" tIns="91425" rIns="91425" bIns="91425" rtlCol="0" anchor="t" anchorCtr="0">
            <a:normAutofit/>
          </a:bodyPr>
          <a:lstStyle/>
          <a:p>
            <a:pPr marL="0" indent="0" algn="ctr">
              <a:buNone/>
            </a:pPr>
            <a:r>
              <a:rPr lang="es" b="1" dirty="0"/>
              <a:t>Actor:</a:t>
            </a:r>
            <a:endParaRPr b="1" dirty="0"/>
          </a:p>
          <a:p>
            <a:pPr marL="434347" indent="-285750" algn="just">
              <a:spcBef>
                <a:spcPts val="1200"/>
              </a:spcBef>
              <a:buSzPct val="100000"/>
              <a:buFont typeface="Trebuchet MS" panose="020B0603020202020204" pitchFamily="34" charset="0"/>
              <a:buChar char="●"/>
            </a:pPr>
            <a:r>
              <a:rPr lang="es" sz="1100" dirty="0"/>
              <a:t>Se representa con la figura de una persona y el nombre abajo</a:t>
            </a:r>
            <a:endParaRPr sz="1100" dirty="0"/>
          </a:p>
          <a:p>
            <a:pPr marL="434347" indent="-285750" algn="just">
              <a:buSzPct val="100000"/>
              <a:buFont typeface="Trebuchet MS" panose="020B0603020202020204" pitchFamily="34" charset="0"/>
              <a:buChar char="●"/>
            </a:pPr>
            <a:r>
              <a:rPr lang="es" sz="1100" dirty="0"/>
              <a:t>Se encuentra fuera del sistema (Rectángulo)</a:t>
            </a:r>
            <a:endParaRPr sz="1100" dirty="0"/>
          </a:p>
          <a:p>
            <a:pPr marL="434347" indent="-285750" algn="just">
              <a:buSzPct val="100000"/>
              <a:buFont typeface="Trebuchet MS" panose="020B0603020202020204" pitchFamily="34" charset="0"/>
              <a:buChar char="●"/>
            </a:pPr>
            <a:r>
              <a:rPr lang="es" sz="1100" dirty="0"/>
              <a:t>Son entidades externas (rol específico), quienes interactúan con el sistema</a:t>
            </a:r>
            <a:endParaRPr sz="1100" dirty="0"/>
          </a:p>
          <a:p>
            <a:pPr marL="434347" indent="-285750" algn="just">
              <a:buSzPct val="100000"/>
              <a:buFont typeface="Trebuchet MS" panose="020B0603020202020204" pitchFamily="34" charset="0"/>
              <a:buChar char="●"/>
            </a:pPr>
            <a:r>
              <a:rPr lang="es" sz="1100" dirty="0"/>
              <a:t>El actor está conectado por una relación con los casos de uso</a:t>
            </a:r>
            <a:endParaRPr sz="1100" dirty="0"/>
          </a:p>
        </p:txBody>
      </p:sp>
      <p:sp>
        <p:nvSpPr>
          <p:cNvPr id="70" name="Google Shape;70;p15"/>
          <p:cNvSpPr txBox="1">
            <a:spLocks noGrp="1"/>
          </p:cNvSpPr>
          <p:nvPr>
            <p:ph type="body" idx="4294967295"/>
          </p:nvPr>
        </p:nvSpPr>
        <p:spPr>
          <a:xfrm>
            <a:off x="2941167" y="1152223"/>
            <a:ext cx="2447925" cy="2176463"/>
          </a:xfrm>
          <a:prstGeom prst="rect">
            <a:avLst/>
          </a:prstGeom>
        </p:spPr>
        <p:txBody>
          <a:bodyPr spcFirstLastPara="1" vert="horz" wrap="square" lIns="91425" tIns="91425" rIns="91425" bIns="91425" rtlCol="0" anchor="t" anchorCtr="0">
            <a:normAutofit/>
          </a:bodyPr>
          <a:lstStyle/>
          <a:p>
            <a:pPr marL="0" indent="0" algn="ctr">
              <a:spcBef>
                <a:spcPts val="0"/>
              </a:spcBef>
              <a:buNone/>
            </a:pPr>
            <a:r>
              <a:rPr lang="es" sz="1200" b="1" dirty="0"/>
              <a:t>Caso de uso: </a:t>
            </a:r>
            <a:endParaRPr sz="1200" b="1" dirty="0"/>
          </a:p>
          <a:p>
            <a:pPr marL="320036" indent="-171450">
              <a:spcBef>
                <a:spcPts val="1200"/>
              </a:spcBef>
              <a:buSzPct val="100000"/>
              <a:buFont typeface="Trebuchet MS" panose="020B0603020202020204" pitchFamily="34" charset="0"/>
              <a:buChar char="●"/>
            </a:pPr>
            <a:r>
              <a:rPr lang="es" sz="1100" dirty="0"/>
              <a:t>Se representa mediante un óvalo</a:t>
            </a:r>
            <a:endParaRPr sz="1100" dirty="0"/>
          </a:p>
          <a:p>
            <a:pPr marL="320036" indent="-171450">
              <a:spcBef>
                <a:spcPts val="0"/>
              </a:spcBef>
              <a:buSzPct val="100000"/>
              <a:buFont typeface="Trebuchet MS" panose="020B0603020202020204" pitchFamily="34" charset="0"/>
              <a:buChar char="●"/>
            </a:pPr>
            <a:r>
              <a:rPr lang="es" sz="1100" dirty="0"/>
              <a:t>Cuentan con una descripción de las acciones de un sistema, que deberia realizar un actor</a:t>
            </a:r>
            <a:endParaRPr sz="1100" dirty="0"/>
          </a:p>
          <a:p>
            <a:pPr marL="0" indent="0">
              <a:spcBef>
                <a:spcPts val="1200"/>
              </a:spcBef>
              <a:spcAft>
                <a:spcPts val="1200"/>
              </a:spcAft>
              <a:buNone/>
            </a:pPr>
            <a:endParaRPr dirty="0"/>
          </a:p>
        </p:txBody>
      </p:sp>
      <p:sp>
        <p:nvSpPr>
          <p:cNvPr id="72" name="Google Shape;72;p15"/>
          <p:cNvSpPr txBox="1">
            <a:spLocks noGrp="1"/>
          </p:cNvSpPr>
          <p:nvPr>
            <p:ph type="body" idx="4294967295"/>
          </p:nvPr>
        </p:nvSpPr>
        <p:spPr>
          <a:xfrm>
            <a:off x="5545395" y="1123658"/>
            <a:ext cx="2668608" cy="2176464"/>
          </a:xfrm>
          <a:prstGeom prst="rect">
            <a:avLst/>
          </a:prstGeom>
        </p:spPr>
        <p:txBody>
          <a:bodyPr spcFirstLastPara="1" vert="horz" wrap="square" lIns="91425" tIns="91425" rIns="91425" bIns="91425" rtlCol="0" anchor="t" anchorCtr="0">
            <a:normAutofit/>
          </a:bodyPr>
          <a:lstStyle/>
          <a:p>
            <a:pPr marL="0" indent="0" algn="ctr">
              <a:lnSpc>
                <a:spcPct val="115000"/>
              </a:lnSpc>
              <a:spcBef>
                <a:spcPts val="0"/>
              </a:spcBef>
              <a:buNone/>
            </a:pPr>
            <a:r>
              <a:rPr lang="es" sz="1200" b="1" dirty="0"/>
              <a:t>Sujeto (Sistema):</a:t>
            </a:r>
            <a:endParaRPr sz="1200" b="1" dirty="0"/>
          </a:p>
          <a:p>
            <a:pPr marL="320036" indent="-171450" algn="just">
              <a:spcBef>
                <a:spcPts val="1200"/>
              </a:spcBef>
              <a:buSzPct val="100000"/>
              <a:buFont typeface="Trebuchet MS" panose="020B0603020202020204" pitchFamily="34" charset="0"/>
              <a:buChar char="●"/>
            </a:pPr>
            <a:r>
              <a:rPr lang="es" sz="1100" dirty="0"/>
              <a:t>Se representa con un rectángulo</a:t>
            </a:r>
            <a:endParaRPr sz="1100" dirty="0"/>
          </a:p>
          <a:p>
            <a:pPr marL="320036" indent="-171450" algn="just">
              <a:spcBef>
                <a:spcPts val="0"/>
              </a:spcBef>
              <a:buSzPct val="100000"/>
              <a:buFont typeface="Trebuchet MS" panose="020B0603020202020204" pitchFamily="34" charset="0"/>
              <a:buChar char="●"/>
            </a:pPr>
            <a:r>
              <a:rPr lang="es" sz="1100" dirty="0"/>
              <a:t>Gráfico de nuestro sistema, y quienes interactúan</a:t>
            </a:r>
            <a:endParaRPr sz="1100" dirty="0"/>
          </a:p>
          <a:p>
            <a:pPr marL="320036" indent="-171450" algn="just">
              <a:spcBef>
                <a:spcPts val="0"/>
              </a:spcBef>
              <a:buSzPct val="100000"/>
              <a:buFont typeface="Trebuchet MS" panose="020B0603020202020204" pitchFamily="34" charset="0"/>
              <a:buChar char="●"/>
            </a:pPr>
            <a:r>
              <a:rPr lang="es" sz="1100" dirty="0"/>
              <a:t>Contiene los casos de uso y las relaciones</a:t>
            </a:r>
            <a:endParaRPr sz="1100" dirty="0"/>
          </a:p>
          <a:p>
            <a:pPr marL="320036" indent="-171450" algn="just">
              <a:spcBef>
                <a:spcPts val="0"/>
              </a:spcBef>
              <a:buSzPct val="100000"/>
              <a:buFont typeface="Trebuchet MS" panose="020B0603020202020204" pitchFamily="34" charset="0"/>
              <a:buChar char="●"/>
            </a:pPr>
            <a:r>
              <a:rPr lang="es" sz="1100" dirty="0"/>
              <a:t>El nombre se encuentra dentro del rectángulo</a:t>
            </a:r>
            <a:endParaRPr sz="1100" dirty="0"/>
          </a:p>
          <a:p>
            <a:pPr marL="0" indent="0">
              <a:lnSpc>
                <a:spcPct val="115000"/>
              </a:lnSpc>
              <a:spcBef>
                <a:spcPts val="1200"/>
              </a:spcBef>
              <a:spcAft>
                <a:spcPts val="1200"/>
              </a:spcAft>
              <a:buNone/>
            </a:pPr>
            <a:endParaRPr dirty="0"/>
          </a:p>
        </p:txBody>
      </p:sp>
      <p:pic>
        <p:nvPicPr>
          <p:cNvPr id="69" name="Google Shape;69;p15"/>
          <p:cNvPicPr preferRelativeResize="0"/>
          <p:nvPr/>
        </p:nvPicPr>
        <p:blipFill>
          <a:blip r:embed="rId3">
            <a:alphaModFix/>
          </a:blip>
          <a:stretch>
            <a:fillRect/>
          </a:stretch>
        </p:blipFill>
        <p:spPr>
          <a:xfrm>
            <a:off x="833072" y="3285287"/>
            <a:ext cx="1269650" cy="17154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1" name="Google Shape;71;p15"/>
          <p:cNvPicPr preferRelativeResize="0"/>
          <p:nvPr/>
        </p:nvPicPr>
        <p:blipFill>
          <a:blip r:embed="rId4">
            <a:alphaModFix/>
          </a:blip>
          <a:stretch>
            <a:fillRect/>
          </a:stretch>
        </p:blipFill>
        <p:spPr>
          <a:xfrm>
            <a:off x="2941167" y="3334744"/>
            <a:ext cx="2453500" cy="143981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73" name="Google Shape;73;p15"/>
          <p:cNvPicPr preferRelativeResize="0"/>
          <p:nvPr/>
        </p:nvPicPr>
        <p:blipFill>
          <a:blip r:embed="rId5">
            <a:alphaModFix/>
          </a:blip>
          <a:stretch>
            <a:fillRect/>
          </a:stretch>
        </p:blipFill>
        <p:spPr>
          <a:xfrm>
            <a:off x="5983052" y="3309592"/>
            <a:ext cx="2327876" cy="14205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7"/>
        <p:cNvGrpSpPr/>
        <p:nvPr/>
      </p:nvGrpSpPr>
      <p:grpSpPr>
        <a:xfrm>
          <a:off x="0" y="0"/>
          <a:ext cx="0" cy="0"/>
          <a:chOff x="0" y="0"/>
          <a:chExt cx="0" cy="0"/>
        </a:xfrm>
      </p:grpSpPr>
      <p:sp>
        <p:nvSpPr>
          <p:cNvPr id="78" name="Google Shape;78;p16"/>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pPr>
              <a:lnSpc>
                <a:spcPct val="115000"/>
              </a:lnSpc>
              <a:spcBef>
                <a:spcPts val="1200"/>
              </a:spcBef>
              <a:buClr>
                <a:schemeClr val="dk1"/>
              </a:buClr>
              <a:buSzPct val="78571"/>
            </a:pPr>
            <a:r>
              <a:rPr lang="es"/>
              <a:t>Relaciones de los casos de uso</a:t>
            </a:r>
            <a:endParaRPr sz="1400" b="1"/>
          </a:p>
          <a:p>
            <a:pPr>
              <a:spcBef>
                <a:spcPts val="1200"/>
              </a:spcBef>
            </a:pPr>
            <a:endParaRPr/>
          </a:p>
        </p:txBody>
      </p:sp>
      <p:pic>
        <p:nvPicPr>
          <p:cNvPr id="79" name="Google Shape;79;p16"/>
          <p:cNvPicPr preferRelativeResize="0"/>
          <p:nvPr/>
        </p:nvPicPr>
        <p:blipFill>
          <a:blip r:embed="rId3">
            <a:alphaModFix/>
          </a:blip>
          <a:stretch>
            <a:fillRect/>
          </a:stretch>
        </p:blipFill>
        <p:spPr>
          <a:xfrm>
            <a:off x="802250" y="1174754"/>
            <a:ext cx="7401049" cy="30086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17"/>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dirty="0"/>
              <a:t>Usos Comunes </a:t>
            </a:r>
            <a:endParaRPr dirty="0"/>
          </a:p>
        </p:txBody>
      </p:sp>
      <p:sp>
        <p:nvSpPr>
          <p:cNvPr id="85" name="Google Shape;85;p17"/>
          <p:cNvSpPr txBox="1">
            <a:spLocks noGrp="1"/>
          </p:cNvSpPr>
          <p:nvPr>
            <p:ph type="body" idx="1"/>
          </p:nvPr>
        </p:nvSpPr>
        <p:spPr>
          <a:xfrm>
            <a:off x="185325" y="1152463"/>
            <a:ext cx="4278520" cy="3416400"/>
          </a:xfrm>
          <a:prstGeom prst="rect">
            <a:avLst/>
          </a:prstGeom>
        </p:spPr>
        <p:txBody>
          <a:bodyPr spcFirstLastPara="1" vert="horz" wrap="square" lIns="91425" tIns="91425" rIns="91425" bIns="91425" rtlCol="0" anchor="t" anchorCtr="0">
            <a:normAutofit/>
          </a:bodyPr>
          <a:lstStyle/>
          <a:p>
            <a:pPr>
              <a:lnSpc>
                <a:spcPct val="115000"/>
              </a:lnSpc>
              <a:spcBef>
                <a:spcPts val="1200"/>
              </a:spcBef>
              <a:buFont typeface="+mj-lt"/>
              <a:buAutoNum type="arabicPeriod"/>
            </a:pPr>
            <a:r>
              <a:rPr lang="es" sz="1200" b="1" dirty="0"/>
              <a:t>Para modelar el contexto de un sujeto:</a:t>
            </a:r>
          </a:p>
          <a:p>
            <a:pPr marL="596900" lvl="1" indent="0">
              <a:lnSpc>
                <a:spcPct val="115000"/>
              </a:lnSpc>
              <a:spcBef>
                <a:spcPts val="1200"/>
              </a:spcBef>
              <a:buNone/>
            </a:pPr>
            <a:r>
              <a:rPr lang="es-MX" dirty="0"/>
              <a:t>Usado para identificar que actores quedan fuera del sistema e interactúan con él así definiendo los roles.</a:t>
            </a:r>
          </a:p>
          <a:p>
            <a:pPr marL="596900" lvl="1" indent="0">
              <a:lnSpc>
                <a:spcPct val="115000"/>
              </a:lnSpc>
              <a:spcBef>
                <a:spcPts val="1200"/>
              </a:spcBef>
              <a:buNone/>
            </a:pPr>
            <a:endParaRPr lang="es-CR" b="1" dirty="0"/>
          </a:p>
          <a:p>
            <a:pPr>
              <a:lnSpc>
                <a:spcPct val="115000"/>
              </a:lnSpc>
              <a:spcBef>
                <a:spcPts val="1200"/>
              </a:spcBef>
              <a:buFont typeface="+mj-lt"/>
              <a:buAutoNum type="arabicPeriod"/>
            </a:pPr>
            <a:r>
              <a:rPr lang="es" sz="1200" b="1" dirty="0"/>
              <a:t>Para modelar los requisitos de un sujeto:</a:t>
            </a:r>
          </a:p>
          <a:p>
            <a:pPr marL="596900" lvl="1" indent="0">
              <a:lnSpc>
                <a:spcPct val="115000"/>
              </a:lnSpc>
              <a:spcBef>
                <a:spcPts val="1200"/>
              </a:spcBef>
              <a:buNone/>
            </a:pPr>
            <a:r>
              <a:rPr lang="es" dirty="0"/>
              <a:t>Muestra que debería hacer el sujeto, así conoceremos el comportamiento del sistema y cómo reacciona a los elementos externos.</a:t>
            </a:r>
          </a:p>
          <a:p>
            <a:pPr lvl="1">
              <a:lnSpc>
                <a:spcPct val="115000"/>
              </a:lnSpc>
              <a:spcBef>
                <a:spcPts val="1200"/>
              </a:spcBef>
              <a:buFont typeface="+mj-lt"/>
              <a:buAutoNum type="arabicPeriod"/>
            </a:pPr>
            <a:endParaRPr b="1" dirty="0"/>
          </a:p>
          <a:p>
            <a:pPr marL="914378" indent="0">
              <a:lnSpc>
                <a:spcPct val="115000"/>
              </a:lnSpc>
              <a:spcBef>
                <a:spcPts val="1200"/>
              </a:spcBef>
              <a:spcAft>
                <a:spcPts val="1200"/>
              </a:spcAft>
              <a:buNone/>
            </a:pPr>
            <a:endParaRPr lang="es" dirty="0"/>
          </a:p>
          <a:p>
            <a:pPr marL="914378" indent="0">
              <a:lnSpc>
                <a:spcPct val="115000"/>
              </a:lnSpc>
              <a:spcBef>
                <a:spcPts val="1200"/>
              </a:spcBef>
              <a:spcAft>
                <a:spcPts val="1200"/>
              </a:spcAft>
              <a:buNone/>
            </a:pPr>
            <a:endParaRPr dirty="0"/>
          </a:p>
        </p:txBody>
      </p:sp>
      <p:pic>
        <p:nvPicPr>
          <p:cNvPr id="86" name="Google Shape;86;p17"/>
          <p:cNvPicPr preferRelativeResize="0"/>
          <p:nvPr/>
        </p:nvPicPr>
        <p:blipFill rotWithShape="1">
          <a:blip r:embed="rId3">
            <a:alphaModFix/>
          </a:blip>
          <a:srcRect l="21180" t="33230" r="25494"/>
          <a:stretch/>
        </p:blipFill>
        <p:spPr>
          <a:xfrm>
            <a:off x="4572000" y="1538585"/>
            <a:ext cx="2807024" cy="24671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p18"/>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dirty="0"/>
              <a:t>Técnicas comunes de modelado</a:t>
            </a:r>
            <a:br>
              <a:rPr lang="es-MX" dirty="0"/>
            </a:br>
            <a:endParaRPr dirty="0"/>
          </a:p>
        </p:txBody>
      </p:sp>
      <p:sp>
        <p:nvSpPr>
          <p:cNvPr id="92" name="Google Shape;92;p18"/>
          <p:cNvSpPr txBox="1">
            <a:spLocks noGrp="1"/>
          </p:cNvSpPr>
          <p:nvPr>
            <p:ph type="body" idx="1"/>
          </p:nvPr>
        </p:nvSpPr>
        <p:spPr>
          <a:xfrm>
            <a:off x="311700" y="1152475"/>
            <a:ext cx="3375397" cy="3672600"/>
          </a:xfrm>
          <a:prstGeom prst="rect">
            <a:avLst/>
          </a:prstGeom>
        </p:spPr>
        <p:txBody>
          <a:bodyPr spcFirstLastPara="1" vert="horz" wrap="square" lIns="91425" tIns="91425" rIns="91425" bIns="91425" rtlCol="0" anchor="t" anchorCtr="0">
            <a:normAutofit/>
          </a:bodyPr>
          <a:lstStyle/>
          <a:p>
            <a:pPr marL="0" indent="0">
              <a:buNone/>
            </a:pPr>
            <a:r>
              <a:rPr lang="es" b="1" u="sng" dirty="0"/>
              <a:t>Modelado del contexto de un sistema</a:t>
            </a:r>
            <a:endParaRPr b="1" u="sng" dirty="0"/>
          </a:p>
          <a:p>
            <a:pPr marL="0" indent="0">
              <a:spcBef>
                <a:spcPts val="1200"/>
              </a:spcBef>
              <a:spcAft>
                <a:spcPts val="1200"/>
              </a:spcAft>
              <a:buNone/>
            </a:pPr>
            <a:r>
              <a:rPr lang="es" sz="1200" dirty="0"/>
              <a:t>En un sistema siempre se van a encontrar elementos que pertenecen al sistema y otros elementos fuera del sistema, y hay veces que eso puede ser más importante que lo que se debe de incluir.</a:t>
            </a:r>
            <a:endParaRPr sz="1200" dirty="0"/>
          </a:p>
        </p:txBody>
      </p:sp>
      <p:pic>
        <p:nvPicPr>
          <p:cNvPr id="93" name="Google Shape;93;p18"/>
          <p:cNvPicPr preferRelativeResize="0"/>
          <p:nvPr/>
        </p:nvPicPr>
        <p:blipFill>
          <a:blip r:embed="rId3">
            <a:alphaModFix/>
          </a:blip>
          <a:stretch>
            <a:fillRect/>
          </a:stretch>
        </p:blipFill>
        <p:spPr>
          <a:xfrm>
            <a:off x="4145579" y="1086911"/>
            <a:ext cx="4318200" cy="3803727"/>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7"/>
        <p:cNvGrpSpPr/>
        <p:nvPr/>
      </p:nvGrpSpPr>
      <p:grpSpPr>
        <a:xfrm>
          <a:off x="0" y="0"/>
          <a:ext cx="0" cy="0"/>
          <a:chOff x="0" y="0"/>
          <a:chExt cx="0" cy="0"/>
        </a:xfrm>
      </p:grpSpPr>
      <p:sp>
        <p:nvSpPr>
          <p:cNvPr id="98" name="Google Shape;98;p19"/>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CR" dirty="0"/>
              <a:t>Modelar el Contexto de un sistema</a:t>
            </a:r>
            <a:endParaRPr dirty="0"/>
          </a:p>
        </p:txBody>
      </p:sp>
      <p:sp>
        <p:nvSpPr>
          <p:cNvPr id="99" name="Google Shape;99;p19"/>
          <p:cNvSpPr txBox="1">
            <a:spLocks noGrp="1"/>
          </p:cNvSpPr>
          <p:nvPr>
            <p:ph type="body" idx="1"/>
          </p:nvPr>
        </p:nvSpPr>
        <p:spPr>
          <a:xfrm>
            <a:off x="3005739" y="1049322"/>
            <a:ext cx="4014494" cy="3416400"/>
          </a:xfrm>
          <a:prstGeom prst="rect">
            <a:avLst/>
          </a:prstGeom>
        </p:spPr>
        <p:txBody>
          <a:bodyPr spcFirstLastPara="1" vert="horz" wrap="square" lIns="91425" tIns="91425" rIns="91425" bIns="91425" rtlCol="0" anchor="t" anchorCtr="0">
            <a:normAutofit/>
          </a:bodyPr>
          <a:lstStyle/>
          <a:p>
            <a:pPr marL="0" indent="0">
              <a:spcAft>
                <a:spcPts val="1200"/>
              </a:spcAft>
              <a:buNone/>
            </a:pPr>
            <a:r>
              <a:rPr lang="es" dirty="0"/>
              <a:t>Sujeto:</a:t>
            </a:r>
          </a:p>
          <a:p>
            <a:pPr marL="0" indent="0">
              <a:spcAft>
                <a:spcPts val="1200"/>
              </a:spcAft>
              <a:buNone/>
            </a:pPr>
            <a:r>
              <a:rPr lang="es" sz="1200" dirty="0"/>
              <a:t>Hay que establecer los límites del sistema y saber qué comportamientos suceden dentro de él y cuáles sectores externos trabajan con él.</a:t>
            </a:r>
          </a:p>
          <a:p>
            <a:pPr marL="0" indent="0">
              <a:spcAft>
                <a:spcPts val="1200"/>
              </a:spcAft>
              <a:buNone/>
            </a:pPr>
            <a:endParaRPr lang="es" dirty="0"/>
          </a:p>
          <a:p>
            <a:pPr marL="0" indent="0">
              <a:spcAft>
                <a:spcPts val="1200"/>
              </a:spcAft>
              <a:buNone/>
            </a:pPr>
            <a:r>
              <a:rPr lang="es" dirty="0"/>
              <a:t>Actores:</a:t>
            </a:r>
          </a:p>
          <a:p>
            <a:pPr marL="0" indent="0">
              <a:spcAft>
                <a:spcPts val="1200"/>
              </a:spcAft>
              <a:buNone/>
            </a:pPr>
            <a:r>
              <a:rPr lang="es-MX" sz="1200" dirty="0"/>
              <a:t>Hay que considerar quienes serán afectados por el sistema, quienes utilizaran el sistema, que grupos son necesarios para realizar funciones en el sistema, quienes interactúan con el software y hardware externo e interno y quienes manejan el mantenimiento.</a:t>
            </a:r>
          </a:p>
          <a:p>
            <a:pPr marL="0" indent="0">
              <a:spcAft>
                <a:spcPts val="1200"/>
              </a:spcAft>
              <a:buNone/>
            </a:pPr>
            <a:endParaRPr dirty="0"/>
          </a:p>
        </p:txBody>
      </p:sp>
      <p:pic>
        <p:nvPicPr>
          <p:cNvPr id="5" name="Google Shape;107;p20">
            <a:extLst>
              <a:ext uri="{FF2B5EF4-FFF2-40B4-BE49-F238E27FC236}">
                <a16:creationId xmlns:a16="http://schemas.microsoft.com/office/drawing/2014/main" id="{7363CCE0-7391-46B3-B8DA-48E7F85E0B36}"/>
              </a:ext>
            </a:extLst>
          </p:cNvPr>
          <p:cNvPicPr preferRelativeResize="0"/>
          <p:nvPr/>
        </p:nvPicPr>
        <p:blipFill>
          <a:blip r:embed="rId3">
            <a:alphaModFix/>
          </a:blip>
          <a:stretch>
            <a:fillRect/>
          </a:stretch>
        </p:blipFill>
        <p:spPr>
          <a:xfrm>
            <a:off x="311700" y="1201636"/>
            <a:ext cx="2538925" cy="292195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CR" dirty="0"/>
              <a:t>Modelar el Contexto de un sistema</a:t>
            </a:r>
            <a:endParaRPr dirty="0"/>
          </a:p>
        </p:txBody>
      </p:sp>
      <p:sp>
        <p:nvSpPr>
          <p:cNvPr id="113" name="Google Shape;113;p21"/>
          <p:cNvSpPr txBox="1">
            <a:spLocks noGrp="1"/>
          </p:cNvSpPr>
          <p:nvPr>
            <p:ph type="body" idx="1"/>
          </p:nvPr>
        </p:nvSpPr>
        <p:spPr>
          <a:xfrm>
            <a:off x="311699" y="1378617"/>
            <a:ext cx="3820973" cy="2190493"/>
          </a:xfrm>
          <a:prstGeom prst="rect">
            <a:avLst/>
          </a:prstGeom>
        </p:spPr>
        <p:txBody>
          <a:bodyPr spcFirstLastPara="1" vert="horz" wrap="square" lIns="91425" tIns="91425" rIns="91425" bIns="91425" rtlCol="0" anchor="t" anchorCtr="0">
            <a:normAutofit/>
          </a:bodyPr>
          <a:lstStyle/>
          <a:p>
            <a:pPr marL="0" indent="0">
              <a:buNone/>
            </a:pPr>
            <a:r>
              <a:rPr lang="es" sz="1200" dirty="0"/>
              <a:t>Dividir los actores en grupos en jerarquías para generalizaciones o especializaciones.</a:t>
            </a:r>
            <a:endParaRPr sz="1200" dirty="0"/>
          </a:p>
          <a:p>
            <a:pPr marL="0" indent="0">
              <a:spcBef>
                <a:spcPts val="1200"/>
              </a:spcBef>
              <a:buNone/>
            </a:pPr>
            <a:r>
              <a:rPr lang="es" sz="1200" dirty="0"/>
              <a:t>También se puede generar estereotipos de actores si ayuda a entender el sistema.</a:t>
            </a:r>
            <a:endParaRPr sz="1200" dirty="0"/>
          </a:p>
          <a:p>
            <a:pPr marL="0" indent="0">
              <a:spcBef>
                <a:spcPts val="1200"/>
              </a:spcBef>
              <a:buNone/>
            </a:pPr>
            <a:r>
              <a:rPr lang="es" sz="1200" dirty="0"/>
              <a:t>Es importante introducir todos los actores necesarios y tener claro sus vías de comunicación de cada uno con los casos de uso</a:t>
            </a:r>
            <a:endParaRPr sz="1200" dirty="0"/>
          </a:p>
          <a:p>
            <a:pPr marL="0" indent="0">
              <a:spcBef>
                <a:spcPts val="1200"/>
              </a:spcBef>
              <a:spcAft>
                <a:spcPts val="1200"/>
              </a:spcAft>
              <a:buNone/>
            </a:pPr>
            <a:endParaRPr sz="1200" dirty="0"/>
          </a:p>
        </p:txBody>
      </p:sp>
      <p:pic>
        <p:nvPicPr>
          <p:cNvPr id="114" name="Google Shape;114;p21"/>
          <p:cNvPicPr preferRelativeResize="0"/>
          <p:nvPr/>
        </p:nvPicPr>
        <p:blipFill>
          <a:blip r:embed="rId3">
            <a:alphaModFix/>
          </a:blip>
          <a:stretch>
            <a:fillRect/>
          </a:stretch>
        </p:blipFill>
        <p:spPr>
          <a:xfrm>
            <a:off x="4290584" y="1017725"/>
            <a:ext cx="3820974" cy="382097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18"/>
        <p:cNvGrpSpPr/>
        <p:nvPr/>
      </p:nvGrpSpPr>
      <p:grpSpPr>
        <a:xfrm>
          <a:off x="0" y="0"/>
          <a:ext cx="0" cy="0"/>
          <a:chOff x="0" y="0"/>
          <a:chExt cx="0" cy="0"/>
        </a:xfrm>
      </p:grpSpPr>
      <p:sp>
        <p:nvSpPr>
          <p:cNvPr id="119" name="Google Shape;119;p22"/>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dirty="0"/>
              <a:t>Técnicas comunes de modelado</a:t>
            </a:r>
            <a:endParaRPr dirty="0"/>
          </a:p>
        </p:txBody>
      </p:sp>
      <p:sp>
        <p:nvSpPr>
          <p:cNvPr id="120" name="Google Shape;120;p22"/>
          <p:cNvSpPr txBox="1">
            <a:spLocks noGrp="1"/>
          </p:cNvSpPr>
          <p:nvPr>
            <p:ph type="body" idx="1"/>
          </p:nvPr>
        </p:nvSpPr>
        <p:spPr>
          <a:xfrm>
            <a:off x="4392088" y="1272900"/>
            <a:ext cx="2972273" cy="3072958"/>
          </a:xfrm>
          <a:prstGeom prst="rect">
            <a:avLst/>
          </a:prstGeom>
        </p:spPr>
        <p:txBody>
          <a:bodyPr spcFirstLastPara="1" vert="horz" wrap="square" lIns="91425" tIns="91425" rIns="91425" bIns="91425" rtlCol="0" anchor="t" anchorCtr="0">
            <a:normAutofit/>
          </a:bodyPr>
          <a:lstStyle/>
          <a:p>
            <a:pPr marL="0" indent="0">
              <a:spcAft>
                <a:spcPts val="1200"/>
              </a:spcAft>
              <a:buNone/>
            </a:pPr>
            <a:r>
              <a:rPr lang="es" b="1" u="sng" dirty="0"/>
              <a:t>Modelado de requisitos de sistema</a:t>
            </a:r>
          </a:p>
          <a:p>
            <a:pPr marL="0" indent="0">
              <a:spcAft>
                <a:spcPts val="1200"/>
              </a:spcAft>
              <a:buNone/>
            </a:pPr>
            <a:r>
              <a:rPr lang="es" sz="1200" dirty="0"/>
              <a:t>Un requisito es una característica de diseño, una propiedad o un comportamiento de sistema. Cuando se enuncian los elementos de un sistema se establece un contrato entre los elementos externos de un sistema y el mismo sistema. Gran parte del tiempo no importa cómo lo hace, solo importa que lo hace. </a:t>
            </a:r>
            <a:endParaRPr sz="1200" dirty="0"/>
          </a:p>
        </p:txBody>
      </p:sp>
      <p:pic>
        <p:nvPicPr>
          <p:cNvPr id="121" name="Google Shape;121;p22"/>
          <p:cNvPicPr preferRelativeResize="0"/>
          <p:nvPr/>
        </p:nvPicPr>
        <p:blipFill rotWithShape="1">
          <a:blip r:embed="rId3">
            <a:alphaModFix/>
          </a:blip>
          <a:srcRect b="8975"/>
          <a:stretch/>
        </p:blipFill>
        <p:spPr>
          <a:xfrm>
            <a:off x="311700" y="1220351"/>
            <a:ext cx="3698925" cy="3478124"/>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23"/>
          <p:cNvSpPr txBox="1">
            <a:spLocks noGrp="1"/>
          </p:cNvSpPr>
          <p:nvPr>
            <p:ph type="body" idx="1"/>
          </p:nvPr>
        </p:nvSpPr>
        <p:spPr>
          <a:xfrm>
            <a:off x="1501062" y="1144384"/>
            <a:ext cx="5447400" cy="1427366"/>
          </a:xfrm>
          <a:prstGeom prst="rect">
            <a:avLst/>
          </a:prstGeom>
        </p:spPr>
        <p:txBody>
          <a:bodyPr spcFirstLastPara="1" vert="horz" wrap="square" lIns="91425" tIns="91425" rIns="91425" bIns="91425" rtlCol="0" anchor="t" anchorCtr="0">
            <a:normAutofit/>
          </a:bodyPr>
          <a:lstStyle/>
          <a:p>
            <a:pPr marL="0" indent="0">
              <a:buNone/>
            </a:pPr>
            <a:r>
              <a:rPr lang="es" sz="1200" dirty="0"/>
              <a:t>La conformación de requisitos puede ir cambiando mientras se trabaja en el sistema. Los requisitos pueden ser expresados de varias maneras, desde texto hasta expresiones en un lenguaje formal.</a:t>
            </a:r>
            <a:endParaRPr sz="1200" dirty="0"/>
          </a:p>
          <a:p>
            <a:pPr marL="0" indent="0">
              <a:spcBef>
                <a:spcPts val="1200"/>
              </a:spcBef>
              <a:buClr>
                <a:schemeClr val="dk1"/>
              </a:buClr>
              <a:buSzPts val="1100"/>
              <a:buNone/>
            </a:pPr>
            <a:r>
              <a:rPr lang="es" sz="1200" dirty="0"/>
              <a:t>Casi todos los procesos funcionales se pueden representar con casos de uso.</a:t>
            </a:r>
            <a:endParaRPr sz="1200" dirty="0"/>
          </a:p>
        </p:txBody>
      </p:sp>
      <p:pic>
        <p:nvPicPr>
          <p:cNvPr id="127" name="Google Shape;127;p23"/>
          <p:cNvPicPr preferRelativeResize="0"/>
          <p:nvPr/>
        </p:nvPicPr>
        <p:blipFill>
          <a:blip r:embed="rId3">
            <a:alphaModFix/>
          </a:blip>
          <a:stretch>
            <a:fillRect/>
          </a:stretch>
        </p:blipFill>
        <p:spPr>
          <a:xfrm>
            <a:off x="2619934" y="2739375"/>
            <a:ext cx="3442725" cy="1850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24"/>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a:t>Para establecer requisitos de un sistema</a:t>
            </a:r>
            <a:endParaRPr/>
          </a:p>
        </p:txBody>
      </p:sp>
      <p:sp>
        <p:nvSpPr>
          <p:cNvPr id="133" name="Google Shape;133;p24"/>
          <p:cNvSpPr txBox="1">
            <a:spLocks noGrp="1"/>
          </p:cNvSpPr>
          <p:nvPr>
            <p:ph type="body" idx="1"/>
          </p:nvPr>
        </p:nvSpPr>
        <p:spPr>
          <a:xfrm>
            <a:off x="744320" y="1467107"/>
            <a:ext cx="6502055" cy="2495293"/>
          </a:xfrm>
          <a:prstGeom prst="rect">
            <a:avLst/>
          </a:prstGeom>
        </p:spPr>
        <p:txBody>
          <a:bodyPr spcFirstLastPara="1" vert="horz" wrap="square" lIns="91425" tIns="91425" rIns="91425" bIns="91425" rtlCol="0" anchor="t" anchorCtr="0">
            <a:normAutofit/>
          </a:bodyPr>
          <a:lstStyle/>
          <a:p>
            <a:pPr>
              <a:buFont typeface="Trebuchet MS" panose="020B0603020202020204" pitchFamily="34" charset="0"/>
              <a:buChar char="●"/>
            </a:pPr>
            <a:r>
              <a:rPr lang="es" sz="1200" dirty="0"/>
              <a:t>Establecer contexto del sistema, actores y ambiente.</a:t>
            </a:r>
            <a:endParaRPr sz="1200" dirty="0"/>
          </a:p>
          <a:p>
            <a:pPr>
              <a:buFont typeface="Trebuchet MS" panose="020B0603020202020204" pitchFamily="34" charset="0"/>
              <a:buChar char="●"/>
            </a:pPr>
            <a:r>
              <a:rPr lang="es" sz="1200" dirty="0"/>
              <a:t>Saber qué espera cada actor del sistema, o que requiere de este mismo.</a:t>
            </a:r>
            <a:endParaRPr sz="1200" dirty="0"/>
          </a:p>
          <a:p>
            <a:pPr>
              <a:buFont typeface="Trebuchet MS" panose="020B0603020202020204" pitchFamily="34" charset="0"/>
              <a:buChar char="●"/>
            </a:pPr>
            <a:r>
              <a:rPr lang="es" sz="1200" dirty="0"/>
              <a:t>Hay que nombrar comportamientos comunes como casos de uso</a:t>
            </a:r>
            <a:endParaRPr sz="1200" dirty="0"/>
          </a:p>
          <a:p>
            <a:pPr>
              <a:buFont typeface="Trebuchet MS" panose="020B0603020202020204" pitchFamily="34" charset="0"/>
              <a:buChar char="●"/>
            </a:pPr>
            <a:r>
              <a:rPr lang="es" sz="1200" dirty="0"/>
              <a:t>Hay que modelar estos casos de uso, actores y relaciones en un diagrama.</a:t>
            </a:r>
            <a:endParaRPr sz="1200" dirty="0"/>
          </a:p>
          <a:p>
            <a:pPr>
              <a:buFont typeface="Trebuchet MS" panose="020B0603020202020204" pitchFamily="34" charset="0"/>
              <a:buChar char="●"/>
            </a:pPr>
            <a:r>
              <a:rPr lang="es" sz="1200" dirty="0"/>
              <a:t>Hay que adornar esos casos de uso con notas que enuncia los requisitos no funcionales.</a:t>
            </a:r>
            <a:endParaRPr sz="1200" dirty="0"/>
          </a:p>
          <a:p>
            <a:pPr>
              <a:buFont typeface="Trebuchet MS" panose="020B0603020202020204" pitchFamily="34" charset="0"/>
              <a:buChar char="●"/>
            </a:pPr>
            <a:r>
              <a:rPr lang="es" sz="1200" dirty="0"/>
              <a:t>Hay que encontrar relaciones entre casos de uso para que los casos de uso común se extiendan de los principales.</a:t>
            </a:r>
            <a:endParaRPr sz="1200" dirty="0"/>
          </a:p>
          <a:p>
            <a:pPr>
              <a:buFont typeface="Trebuchet MS" panose="020B0603020202020204" pitchFamily="34" charset="0"/>
              <a:buChar char="●"/>
            </a:pPr>
            <a:r>
              <a:rPr lang="es" sz="1200" dirty="0"/>
              <a:t>Hay que determinar el comportamiento del requisito y crear sus diagramas de secuencia.</a:t>
            </a:r>
            <a:endParaRPr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37"/>
        <p:cNvGrpSpPr/>
        <p:nvPr/>
      </p:nvGrpSpPr>
      <p:grpSpPr>
        <a:xfrm>
          <a:off x="0" y="0"/>
          <a:ext cx="0" cy="0"/>
          <a:chOff x="0" y="0"/>
          <a:chExt cx="0" cy="0"/>
        </a:xfrm>
      </p:grpSpPr>
      <p:sp>
        <p:nvSpPr>
          <p:cNvPr id="138" name="Google Shape;138;p25"/>
          <p:cNvSpPr txBox="1">
            <a:spLocks noGrp="1"/>
          </p:cNvSpPr>
          <p:nvPr>
            <p:ph type="title"/>
          </p:nvPr>
        </p:nvSpPr>
        <p:spPr>
          <a:xfrm>
            <a:off x="240950" y="232775"/>
            <a:ext cx="8520600" cy="572700"/>
          </a:xfrm>
          <a:prstGeom prst="rect">
            <a:avLst/>
          </a:prstGeom>
        </p:spPr>
        <p:txBody>
          <a:bodyPr spcFirstLastPara="1" vert="horz" wrap="square" lIns="91425" tIns="91425" rIns="91425" bIns="91425" rtlCol="0" anchor="t" anchorCtr="0">
            <a:normAutofit fontScale="90000"/>
          </a:bodyPr>
          <a:lstStyle/>
          <a:p>
            <a:r>
              <a:rPr lang="es" dirty="0"/>
              <a:t>Técnicas comunes de modelado</a:t>
            </a:r>
            <a:endParaRPr dirty="0"/>
          </a:p>
        </p:txBody>
      </p:sp>
      <p:sp>
        <p:nvSpPr>
          <p:cNvPr id="139" name="Google Shape;139;p25"/>
          <p:cNvSpPr txBox="1">
            <a:spLocks noGrp="1"/>
          </p:cNvSpPr>
          <p:nvPr>
            <p:ph type="body" idx="1"/>
          </p:nvPr>
        </p:nvSpPr>
        <p:spPr>
          <a:xfrm>
            <a:off x="1322498" y="1195644"/>
            <a:ext cx="5805889" cy="3416400"/>
          </a:xfrm>
          <a:prstGeom prst="rect">
            <a:avLst/>
          </a:prstGeom>
        </p:spPr>
        <p:txBody>
          <a:bodyPr spcFirstLastPara="1" vert="horz" wrap="square" lIns="91425" tIns="91425" rIns="91425" bIns="91425" rtlCol="0" anchor="t" anchorCtr="0">
            <a:normAutofit/>
          </a:bodyPr>
          <a:lstStyle/>
          <a:p>
            <a:pPr marL="0" indent="0">
              <a:buNone/>
            </a:pPr>
            <a:r>
              <a:rPr lang="es" b="1" u="sng" dirty="0"/>
              <a:t>Ingeniería directa e inversa</a:t>
            </a:r>
          </a:p>
          <a:p>
            <a:pPr marL="0" indent="0">
              <a:buNone/>
            </a:pPr>
            <a:endParaRPr lang="es" dirty="0"/>
          </a:p>
          <a:p>
            <a:pPr marL="0" indent="0">
              <a:buNone/>
            </a:pPr>
            <a:r>
              <a:rPr lang="es" sz="1200" dirty="0"/>
              <a:t>Los casos de uso no utilizan ingeniería directa o inversa directamente ya que los casos de uso explican cómo se comporta un elemento, no cómo se implementa.</a:t>
            </a:r>
            <a:endParaRPr sz="1200" dirty="0"/>
          </a:p>
          <a:p>
            <a:pPr marL="0" indent="0">
              <a:spcBef>
                <a:spcPts val="1200"/>
              </a:spcBef>
              <a:spcAft>
                <a:spcPts val="1200"/>
              </a:spcAft>
              <a:buNone/>
            </a:pPr>
            <a:r>
              <a:rPr lang="es" sz="1200" dirty="0"/>
              <a:t>Ingeniería directa se encarga de transformar un modelo en código a través de una correspondencia con el lenguaje de implementación. A un diagrama de casos de uso se le puede aplicar ingeniería directa para hacer pruebas del elemento al que se le aplica. La prueba se debe aplicar cada vez que se cree una nueva versión del elemento, para probar que si funcione.</a:t>
            </a:r>
            <a:endParaRPr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26"/>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a:t>Para hacer ingeniería directa con un diagrama de casos de uso</a:t>
            </a:r>
            <a:endParaRPr/>
          </a:p>
        </p:txBody>
      </p:sp>
      <p:sp>
        <p:nvSpPr>
          <p:cNvPr id="145" name="Google Shape;145;p26"/>
          <p:cNvSpPr txBox="1">
            <a:spLocks noGrp="1"/>
          </p:cNvSpPr>
          <p:nvPr>
            <p:ph type="body" idx="1"/>
          </p:nvPr>
        </p:nvSpPr>
        <p:spPr>
          <a:xfrm>
            <a:off x="3472534" y="1558282"/>
            <a:ext cx="3977385" cy="2697536"/>
          </a:xfrm>
          <a:prstGeom prst="rect">
            <a:avLst/>
          </a:prstGeom>
        </p:spPr>
        <p:txBody>
          <a:bodyPr spcFirstLastPara="1" vert="horz" wrap="square" lIns="91425" tIns="91425" rIns="91425" bIns="91425" rtlCol="0" anchor="t" anchorCtr="0">
            <a:normAutofit/>
          </a:bodyPr>
          <a:lstStyle/>
          <a:p>
            <a:pPr>
              <a:buFont typeface="Trebuchet MS" panose="020B0603020202020204" pitchFamily="34" charset="0"/>
              <a:buChar char="●"/>
            </a:pPr>
            <a:r>
              <a:rPr lang="es" sz="1200" dirty="0"/>
              <a:t>Identificar los objetos que interactúan con el sistema y los roles de cada entidad externa.</a:t>
            </a:r>
            <a:endParaRPr sz="1200" dirty="0"/>
          </a:p>
          <a:p>
            <a:pPr>
              <a:buFont typeface="Trebuchet MS" panose="020B0603020202020204" pitchFamily="34" charset="0"/>
              <a:buChar char="●"/>
            </a:pPr>
            <a:r>
              <a:rPr lang="es" sz="1200" dirty="0"/>
              <a:t>Hay que crear actores que representen los distintos roles.</a:t>
            </a:r>
            <a:endParaRPr sz="1200" dirty="0"/>
          </a:p>
          <a:p>
            <a:pPr>
              <a:buFont typeface="Trebuchet MS" panose="020B0603020202020204" pitchFamily="34" charset="0"/>
              <a:buChar char="●"/>
            </a:pPr>
            <a:r>
              <a:rPr lang="es" sz="1200" dirty="0"/>
              <a:t>Identificar el flujo de eventos y sus eventos excepcionales.</a:t>
            </a:r>
            <a:endParaRPr sz="1200" dirty="0"/>
          </a:p>
          <a:p>
            <a:pPr>
              <a:buFont typeface="Trebuchet MS" panose="020B0603020202020204" pitchFamily="34" charset="0"/>
              <a:buChar char="●"/>
            </a:pPr>
            <a:r>
              <a:rPr lang="es" sz="1200" dirty="0"/>
              <a:t>Se puede generar un guíon de prueba para cada flujo con sus situaciones de éxito.</a:t>
            </a:r>
            <a:endParaRPr sz="1200" dirty="0"/>
          </a:p>
          <a:p>
            <a:pPr>
              <a:buFont typeface="Trebuchet MS" panose="020B0603020202020204" pitchFamily="34" charset="0"/>
              <a:buChar char="●"/>
            </a:pPr>
            <a:r>
              <a:rPr lang="es" sz="1200" dirty="0"/>
              <a:t>Tener herramientas que ejecuten estas pruebas con cada nueva versión del elemento.</a:t>
            </a:r>
            <a:endParaRPr sz="1200" dirty="0"/>
          </a:p>
        </p:txBody>
      </p:sp>
      <p:pic>
        <p:nvPicPr>
          <p:cNvPr id="146" name="Google Shape;146;p26"/>
          <p:cNvPicPr preferRelativeResize="0"/>
          <p:nvPr/>
        </p:nvPicPr>
        <p:blipFill>
          <a:blip r:embed="rId3">
            <a:alphaModFix/>
          </a:blip>
          <a:stretch>
            <a:fillRect/>
          </a:stretch>
        </p:blipFill>
        <p:spPr>
          <a:xfrm>
            <a:off x="301868" y="1736866"/>
            <a:ext cx="3013350" cy="234036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8"/>
          <p:cNvSpPr txBox="1">
            <a:spLocks noGrp="1"/>
          </p:cNvSpPr>
          <p:nvPr>
            <p:ph type="title"/>
          </p:nvPr>
        </p:nvSpPr>
        <p:spPr>
          <a:prstGeom prst="rect">
            <a:avLst/>
          </a:prstGeom>
        </p:spPr>
        <p:txBody>
          <a:bodyPr spcFirstLastPara="1" vert="horz" wrap="square" lIns="91425" tIns="91425" rIns="91425" bIns="91425" rtlCol="0" anchor="t" anchorCtr="0">
            <a:normAutofit fontScale="90000"/>
          </a:bodyPr>
          <a:lstStyle/>
          <a:p>
            <a:r>
              <a:rPr lang="es"/>
              <a:t>Sugerencias</a:t>
            </a:r>
            <a:endParaRPr/>
          </a:p>
          <a:p>
            <a:endParaRPr/>
          </a:p>
        </p:txBody>
      </p:sp>
      <p:sp>
        <p:nvSpPr>
          <p:cNvPr id="158" name="Google Shape;158;p28"/>
          <p:cNvSpPr txBox="1">
            <a:spLocks noGrp="1"/>
          </p:cNvSpPr>
          <p:nvPr>
            <p:ph type="body" idx="1"/>
          </p:nvPr>
        </p:nvSpPr>
        <p:spPr>
          <a:xfrm>
            <a:off x="655828" y="1017725"/>
            <a:ext cx="6747859" cy="2167927"/>
          </a:xfrm>
          <a:prstGeom prst="rect">
            <a:avLst/>
          </a:prstGeom>
        </p:spPr>
        <p:txBody>
          <a:bodyPr spcFirstLastPara="1" vert="horz" wrap="square" lIns="91425" tIns="91425" rIns="91425" bIns="91425" rtlCol="0" anchor="t" anchorCtr="0">
            <a:normAutofit/>
          </a:bodyPr>
          <a:lstStyle/>
          <a:p>
            <a:pPr marL="0" indent="0">
              <a:buNone/>
            </a:pPr>
            <a:r>
              <a:rPr lang="es" dirty="0"/>
              <a:t>Para un diagrama bien estructurado:</a:t>
            </a:r>
            <a:endParaRPr dirty="0"/>
          </a:p>
          <a:p>
            <a:pPr marL="408631" indent="-285750">
              <a:spcBef>
                <a:spcPts val="1200"/>
              </a:spcBef>
              <a:buSzPct val="100000"/>
              <a:buFont typeface="Trebuchet MS" panose="020B0603020202020204" pitchFamily="34" charset="0"/>
              <a:buChar char="●"/>
            </a:pPr>
            <a:r>
              <a:rPr lang="es" sz="1200" dirty="0"/>
              <a:t>Se necesita modelar un aspecto de la vista de casos de uso estática de un sistema.</a:t>
            </a:r>
            <a:endParaRPr sz="1200" dirty="0"/>
          </a:p>
          <a:p>
            <a:pPr marL="408631" indent="-285750">
              <a:buSzPct val="100000"/>
              <a:buFont typeface="Trebuchet MS" panose="020B0603020202020204" pitchFamily="34" charset="0"/>
              <a:buChar char="●"/>
            </a:pPr>
            <a:r>
              <a:rPr lang="es" sz="1200" dirty="0"/>
              <a:t>Contiene casos de uso y actores esenciales para comprender este aspecto.</a:t>
            </a:r>
            <a:endParaRPr sz="1200" dirty="0"/>
          </a:p>
          <a:p>
            <a:pPr marL="408631" indent="-285750">
              <a:buSzPct val="100000"/>
              <a:buFont typeface="Trebuchet MS" panose="020B0603020202020204" pitchFamily="34" charset="0"/>
              <a:buChar char="●"/>
            </a:pPr>
            <a:r>
              <a:rPr lang="es" sz="1200" dirty="0"/>
              <a:t>Proporciona detalles de manera consistente con su nivel de abstracción, mostrar detalles esenciales para su comprensión.</a:t>
            </a:r>
            <a:endParaRPr sz="1200" dirty="0"/>
          </a:p>
          <a:p>
            <a:pPr marL="408631" indent="-285750">
              <a:buSzPct val="100000"/>
              <a:buFont typeface="Trebuchet MS" panose="020B0603020202020204" pitchFamily="34" charset="0"/>
              <a:buChar char="●"/>
            </a:pPr>
            <a:r>
              <a:rPr lang="es" sz="1200" dirty="0"/>
              <a:t>Informe al lector sobre los aspectos importantes de la semántica.</a:t>
            </a:r>
            <a:endParaRPr sz="1200" dirty="0"/>
          </a:p>
        </p:txBody>
      </p:sp>
      <p:pic>
        <p:nvPicPr>
          <p:cNvPr id="159" name="Google Shape;159;p28"/>
          <p:cNvPicPr preferRelativeResize="0"/>
          <p:nvPr/>
        </p:nvPicPr>
        <p:blipFill rotWithShape="1">
          <a:blip r:embed="rId3">
            <a:alphaModFix/>
          </a:blip>
          <a:srcRect t="15643" b="21907"/>
          <a:stretch/>
        </p:blipFill>
        <p:spPr>
          <a:xfrm>
            <a:off x="1740313" y="3094671"/>
            <a:ext cx="4474899" cy="1676725"/>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29"/>
          <p:cNvSpPr txBox="1">
            <a:spLocks noGrp="1"/>
          </p:cNvSpPr>
          <p:nvPr>
            <p:ph type="body" idx="1"/>
          </p:nvPr>
        </p:nvSpPr>
        <p:spPr>
          <a:xfrm>
            <a:off x="311700" y="403275"/>
            <a:ext cx="3001771" cy="4577400"/>
          </a:xfrm>
          <a:prstGeom prst="rect">
            <a:avLst/>
          </a:prstGeom>
        </p:spPr>
        <p:txBody>
          <a:bodyPr spcFirstLastPara="1" vert="horz" wrap="square" lIns="91425" tIns="91425" rIns="91425" bIns="91425" rtlCol="0" anchor="t" anchorCtr="0">
            <a:normAutofit/>
          </a:bodyPr>
          <a:lstStyle/>
          <a:p>
            <a:pPr marL="0" indent="0">
              <a:buNone/>
            </a:pPr>
            <a:r>
              <a:rPr lang="es" dirty="0"/>
              <a:t>Para dibujar un diagrama de casos de uso:</a:t>
            </a:r>
            <a:endParaRPr dirty="0"/>
          </a:p>
          <a:p>
            <a:pPr>
              <a:spcBef>
                <a:spcPts val="1200"/>
              </a:spcBef>
              <a:buFont typeface="Trebuchet MS" panose="020B0603020202020204" pitchFamily="34" charset="0"/>
              <a:buChar char="●"/>
            </a:pPr>
            <a:r>
              <a:rPr lang="es" sz="1200" dirty="0"/>
              <a:t>Darle nombre que comunique propósito.</a:t>
            </a:r>
            <a:endParaRPr sz="1200" dirty="0"/>
          </a:p>
          <a:p>
            <a:pPr>
              <a:buFont typeface="Trebuchet MS" panose="020B0603020202020204" pitchFamily="34" charset="0"/>
              <a:buChar char="●"/>
            </a:pPr>
            <a:r>
              <a:rPr lang="es" sz="1200" dirty="0"/>
              <a:t>Hay que distribuir sus elementos para minimizar los cruces de líneas.</a:t>
            </a:r>
            <a:endParaRPr sz="1200" dirty="0"/>
          </a:p>
          <a:p>
            <a:pPr>
              <a:buFont typeface="Trebuchet MS" panose="020B0603020202020204" pitchFamily="34" charset="0"/>
              <a:buChar char="●"/>
            </a:pPr>
            <a:r>
              <a:rPr lang="es" sz="1200" dirty="0"/>
              <a:t>Organizar los elementos espacialmente para tener comportamientos y roles semánticos cercanos físicamente.</a:t>
            </a:r>
            <a:endParaRPr sz="1200" dirty="0"/>
          </a:p>
          <a:p>
            <a:pPr>
              <a:buFont typeface="Trebuchet MS" panose="020B0603020202020204" pitchFamily="34" charset="0"/>
              <a:buChar char="●"/>
            </a:pPr>
            <a:r>
              <a:rPr lang="es" sz="1200" dirty="0"/>
              <a:t>Utilizar notas y colores para resaltar características importantes en el diagrama.</a:t>
            </a:r>
            <a:endParaRPr sz="1200" dirty="0"/>
          </a:p>
          <a:p>
            <a:pPr>
              <a:buFont typeface="Trebuchet MS" panose="020B0603020202020204" pitchFamily="34" charset="0"/>
              <a:buChar char="●"/>
            </a:pPr>
            <a:r>
              <a:rPr lang="es" sz="1200" dirty="0"/>
              <a:t>Hay que intentar no mostrar demasiados tipos de relaciones.</a:t>
            </a:r>
            <a:endParaRPr sz="1200" dirty="0"/>
          </a:p>
        </p:txBody>
      </p:sp>
      <p:pic>
        <p:nvPicPr>
          <p:cNvPr id="165" name="Google Shape;165;p29"/>
          <p:cNvPicPr preferRelativeResize="0"/>
          <p:nvPr/>
        </p:nvPicPr>
        <p:blipFill>
          <a:blip r:embed="rId3">
            <a:alphaModFix/>
          </a:blip>
          <a:stretch>
            <a:fillRect/>
          </a:stretch>
        </p:blipFill>
        <p:spPr>
          <a:xfrm>
            <a:off x="3792357" y="403275"/>
            <a:ext cx="4431600" cy="432081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331C2A8-1E62-485D-B2A8-7B65B84359D3}"/>
              </a:ext>
            </a:extLst>
          </p:cNvPr>
          <p:cNvSpPr>
            <a:spLocks noGrp="1"/>
          </p:cNvSpPr>
          <p:nvPr>
            <p:ph type="title"/>
          </p:nvPr>
        </p:nvSpPr>
        <p:spPr>
          <a:xfrm>
            <a:off x="311700" y="167148"/>
            <a:ext cx="998288" cy="3490451"/>
          </a:xfrm>
        </p:spPr>
        <p:txBody>
          <a:bodyPr vert="vert270">
            <a:normAutofit/>
          </a:bodyPr>
          <a:lstStyle/>
          <a:p>
            <a:r>
              <a:rPr lang="es-CR" sz="4000" dirty="0"/>
              <a:t>Demostración</a:t>
            </a:r>
            <a:r>
              <a:rPr lang="es-CR" dirty="0"/>
              <a:t> </a:t>
            </a:r>
          </a:p>
        </p:txBody>
      </p:sp>
      <p:pic>
        <p:nvPicPr>
          <p:cNvPr id="9" name="Imagen 8">
            <a:extLst>
              <a:ext uri="{FF2B5EF4-FFF2-40B4-BE49-F238E27FC236}">
                <a16:creationId xmlns:a16="http://schemas.microsoft.com/office/drawing/2014/main" id="{CA5F3508-1BF0-4FA9-8A22-6E39086B8E49}"/>
              </a:ext>
            </a:extLst>
          </p:cNvPr>
          <p:cNvPicPr>
            <a:picLocks noChangeAspect="1"/>
          </p:cNvPicPr>
          <p:nvPr/>
        </p:nvPicPr>
        <p:blipFill>
          <a:blip r:embed="rId2"/>
          <a:stretch>
            <a:fillRect/>
          </a:stretch>
        </p:blipFill>
        <p:spPr>
          <a:xfrm>
            <a:off x="1887793" y="78841"/>
            <a:ext cx="5523432" cy="4985818"/>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511873572"/>
      </p:ext>
    </p:extLst>
  </p:cSld>
  <p:clrMapOvr>
    <a:masterClrMapping/>
  </p:clrMapOvr>
</p:sld>
</file>

<file path=ppt/theme/theme1.xml><?xml version="1.0" encoding="utf-8"?>
<a:theme xmlns:a="http://schemas.openxmlformats.org/drawingml/2006/main" name="Faceta">
  <a:themeElements>
    <a:clrScheme name="Faceta">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a">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a">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8C59B386-999D-4CB6-B907-9F3997C027CC}"/>
    </a:ext>
  </a:ext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200</TotalTime>
  <Words>952</Words>
  <Application>Microsoft Office PowerPoint</Application>
  <PresentationFormat>Presentación en pantalla (16:9)</PresentationFormat>
  <Paragraphs>79</Paragraphs>
  <Slides>16</Slides>
  <Notes>15</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16</vt:i4>
      </vt:variant>
    </vt:vector>
  </HeadingPairs>
  <TitlesOfParts>
    <vt:vector size="21" baseType="lpstr">
      <vt:lpstr>Arial</vt:lpstr>
      <vt:lpstr>Calibri</vt:lpstr>
      <vt:lpstr>Trebuchet MS</vt:lpstr>
      <vt:lpstr>Wingdings 3</vt:lpstr>
      <vt:lpstr>Faceta</vt:lpstr>
      <vt:lpstr>Capítulo 18: Diagramas de Casos de uso</vt:lpstr>
      <vt:lpstr>Diagrama casos de uso</vt:lpstr>
      <vt:lpstr>Componentes:</vt:lpstr>
      <vt:lpstr>Relaciones de los casos de uso </vt:lpstr>
      <vt:lpstr>Usos Comunes </vt:lpstr>
      <vt:lpstr>Técnicas comunes de modelado </vt:lpstr>
      <vt:lpstr>Modelar el Contexto de un sistema</vt:lpstr>
      <vt:lpstr>Modelar el Contexto de un sistema</vt:lpstr>
      <vt:lpstr>Técnicas comunes de modelado</vt:lpstr>
      <vt:lpstr>Presentación de PowerPoint</vt:lpstr>
      <vt:lpstr>Para establecer requisitos de un sistema</vt:lpstr>
      <vt:lpstr>Técnicas comunes de modelado</vt:lpstr>
      <vt:lpstr>Para hacer ingeniería directa con un diagrama de casos de uso</vt:lpstr>
      <vt:lpstr>Sugerencias </vt:lpstr>
      <vt:lpstr>Presentación de PowerPoint</vt:lpstr>
      <vt:lpstr>Demostración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Diagrama casos de Uso</dc:title>
  <cp:lastModifiedBy>yoel ureña</cp:lastModifiedBy>
  <cp:revision>9</cp:revision>
  <dcterms:modified xsi:type="dcterms:W3CDTF">2021-03-13T02:31:45Z</dcterms:modified>
</cp:coreProperties>
</file>